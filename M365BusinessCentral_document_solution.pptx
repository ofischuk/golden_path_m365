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92" r:id="rId5"/>
    <p:sldId id="299" r:id="rId6"/>
    <p:sldId id="297" r:id="rId7"/>
    <p:sldId id="261" r:id="rId8"/>
    <p:sldId id="298" r:id="rId9"/>
    <p:sldId id="279" r:id="rId10"/>
    <p:sldId id="276" r:id="rId11"/>
    <p:sldId id="293" r:id="rId12"/>
    <p:sldId id="303" r:id="rId13"/>
    <p:sldId id="301" r:id="rId14"/>
    <p:sldId id="304" r:id="rId15"/>
    <p:sldId id="305" r:id="rId16"/>
    <p:sldId id="307" r:id="rId17"/>
    <p:sldId id="306" r:id="rId18"/>
    <p:sldId id="28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lgn="ctr">
            <a:defRPr b="1"/>
          </a:pPr>
          <a:r>
            <a:rPr lang="en-US" dirty="0">
              <a:solidFill>
                <a:schemeClr val="accent2">
                  <a:lumMod val="60000"/>
                  <a:lumOff val="40000"/>
                </a:schemeClr>
              </a:solidFill>
              <a:latin typeface="+mn-lt"/>
            </a:rPr>
            <a:t>Option 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b="0" i="0" dirty="0"/>
            <a:t>The customer’s team members</a:t>
          </a:r>
          <a:endParaRPr lang="en-US" sz="1800" dirty="0">
            <a:latin typeface="+mn-lt"/>
          </a:endParaRP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lgn="ctr">
            <a:defRPr b="1"/>
          </a:pPr>
          <a:r>
            <a:rPr lang="en-US" dirty="0">
              <a:solidFill>
                <a:schemeClr val="accent2">
                  <a:lumMod val="60000"/>
                  <a:lumOff val="40000"/>
                </a:schemeClr>
              </a:solidFill>
              <a:latin typeface="+mn-lt"/>
            </a:rPr>
            <a:t>Option 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b="0" i="0" dirty="0"/>
            <a:t>Project team members</a:t>
          </a:r>
          <a:endParaRPr lang="en-US" sz="1800" b="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lgn="ctr">
            <a:defRPr b="1"/>
          </a:pPr>
          <a:r>
            <a:rPr lang="en-US" dirty="0">
              <a:solidFill>
                <a:schemeClr val="accent2">
                  <a:lumMod val="60000"/>
                  <a:lumOff val="40000"/>
                </a:schemeClr>
              </a:solidFill>
              <a:latin typeface="+mn-lt"/>
            </a:rPr>
            <a:t>Option 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b="0" i="0" dirty="0"/>
            <a:t>Stakeholders</a:t>
          </a:r>
          <a:endParaRPr lang="en-US" sz="1800" dirty="0">
            <a:latin typeface="+mn-lt"/>
          </a:endParaRP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lgn="ctr">
            <a:defRPr b="1"/>
          </a:pPr>
          <a:r>
            <a:rPr lang="en-US" dirty="0">
              <a:solidFill>
                <a:schemeClr val="accent2">
                  <a:lumMod val="60000"/>
                  <a:lumOff val="40000"/>
                </a:schemeClr>
              </a:solidFill>
              <a:latin typeface="+mn-lt"/>
            </a:rPr>
            <a:t>Option 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pPr algn="ctr"/>
          <a:r>
            <a:rPr lang="en-US" sz="1800" b="0" i="0" dirty="0"/>
            <a:t>Who, at the customer, owns the system</a:t>
          </a:r>
          <a:endParaRPr lang="en-US" sz="1800" dirty="0">
            <a:latin typeface="+mn-lt"/>
          </a:endParaRP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64516513-C9B3-4B52-A434-6178ACAB3599}" type="presOf" srcId="{91969DED-4CB8-4A14-A50B-3F7B848E46B5}" destId="{60D0713D-AF69-4AF8-B071-F65622790886}" srcOrd="0" destOrd="0" presId="urn:microsoft.com/office/officeart/2016/7/layout/BasicTimeline"/>
    <dgm:cxn modelId="{3760A536-08D8-4D45-9A8D-A21E58E17F8A}" type="presOf" srcId="{D2FE027B-4161-41E1-B4D4-02AECB2E3FA0}" destId="{F782935D-BBBD-4420-826A-F71C517659B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2D36C892-88AC-490F-8E33-2C73C0E22FF5}" type="presOf" srcId="{2BE415B7-7185-4956-8487-237B40BC0EE5}" destId="{6C3A59BD-6D45-4573-B098-8CB5207F194D}"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 modelId="{A9042F53-7838-4B89-A14A-DC86E7759451}" type="presParOf" srcId="{BDA8F949-88B8-486D-9E41-ABA1463A8926}" destId="{07073103-04B7-4C74-9AC8-048764100B10}" srcOrd="5" destOrd="0" presId="urn:microsoft.com/office/officeart/2016/7/layout/BasicTimeline"/>
    <dgm:cxn modelId="{5290B18C-985B-476F-80AB-B000D2E28F60}" type="presParOf" srcId="{BDA8F949-88B8-486D-9E41-ABA1463A8926}" destId="{C68762A5-E9DF-484F-B385-6C7E07325E98}" srcOrd="6" destOrd="0" presId="urn:microsoft.com/office/officeart/2016/7/layout/BasicTimeline"/>
    <dgm:cxn modelId="{819C616E-63F8-4599-9A66-512521E8E9F5}" type="presParOf" srcId="{C68762A5-E9DF-484F-B385-6C7E07325E98}" destId="{F782935D-BBBD-4420-826A-F71C517659B6}" srcOrd="0" destOrd="0" presId="urn:microsoft.com/office/officeart/2016/7/layout/BasicTimeline"/>
    <dgm:cxn modelId="{8C54E232-1B89-4DC9-8E05-4736E6F4C528}" type="presParOf" srcId="{C68762A5-E9DF-484F-B385-6C7E07325E98}" destId="{3C71E446-482E-4CAC-8D42-2D4AC020412B}" srcOrd="1" destOrd="0" presId="urn:microsoft.com/office/officeart/2016/7/layout/BasicTimeline"/>
    <dgm:cxn modelId="{BC353777-539A-4864-BB21-346D8C4360C1}" type="presParOf" srcId="{3C71E446-482E-4CAC-8D42-2D4AC020412B}" destId="{6C3A59BD-6D45-4573-B098-8CB5207F194D}" srcOrd="0" destOrd="0" presId="urn:microsoft.com/office/officeart/2016/7/layout/BasicTimeline"/>
    <dgm:cxn modelId="{53E54228-74E4-4F6A-AAD7-71EB44BEEB36}" type="presParOf" srcId="{3C71E446-482E-4CAC-8D42-2D4AC020412B}" destId="{8EB042C8-D666-4667-A1E4-E0C87151B72F}" srcOrd="1" destOrd="0" presId="urn:microsoft.com/office/officeart/2016/7/layout/BasicTimeline"/>
    <dgm:cxn modelId="{CD2E3F26-566B-4E8C-9927-C3B42B77551C}" type="presParOf" srcId="{C68762A5-E9DF-484F-B385-6C7E07325E98}" destId="{086FB9B1-82B2-4197-8B33-6E7FF94F8D2E}" srcOrd="2" destOrd="0" presId="urn:microsoft.com/office/officeart/2016/7/layout/BasicTimeline"/>
    <dgm:cxn modelId="{7571835A-7BAA-40A1-945B-B991B049CBA7}" type="presParOf" srcId="{C68762A5-E9DF-484F-B385-6C7E07325E98}" destId="{3F359E8B-7C7E-4FD9-B106-36CCBFC731D5}" srcOrd="3" destOrd="0" presId="urn:microsoft.com/office/officeart/2016/7/layout/BasicTimeline"/>
    <dgm:cxn modelId="{7083DB71-225A-4FBD-A8B2-9CBA2B2F1649}"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r>
            <a:rPr lang="en-US" dirty="0">
              <a:solidFill>
                <a:schemeClr val="accent2">
                  <a:lumMod val="60000"/>
                  <a:lumOff val="40000"/>
                </a:schemeClr>
              </a:solidFill>
              <a:latin typeface="+mn-lt"/>
            </a:rPr>
            <a:t>Option 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r>
            <a:rPr lang="en-US" sz="1800" b="0" i="0" dirty="0"/>
            <a:t>quick start guide</a:t>
          </a:r>
          <a:endParaRPr lang="en-US" sz="1800" dirty="0">
            <a:latin typeface="+mn-lt"/>
          </a:endParaRP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Option 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r>
            <a:rPr lang="en-US" sz="1800" b="0" i="0" dirty="0"/>
            <a:t>short videos </a:t>
          </a:r>
          <a:endParaRPr lang="en-US" sz="1800" b="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defRPr b="1"/>
          </a:pPr>
          <a:r>
            <a:rPr lang="en-US" dirty="0">
              <a:solidFill>
                <a:schemeClr val="accent2">
                  <a:lumMod val="60000"/>
                  <a:lumOff val="40000"/>
                </a:schemeClr>
              </a:solidFill>
              <a:latin typeface="+mn-lt"/>
            </a:rPr>
            <a:t>Option 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r>
            <a:rPr lang="en-US" sz="1800" b="0" i="0" dirty="0"/>
            <a:t>key terms</a:t>
          </a:r>
          <a:endParaRPr lang="en-US" sz="1800" dirty="0">
            <a:latin typeface="+mn-lt"/>
          </a:endParaRP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D2FE027B-4161-41E1-B4D4-02AECB2E3FA0}">
      <dgm:prSet phldrT="[Text]" phldr="0"/>
      <dgm:spPr/>
      <dgm:t>
        <a:bodyPr/>
        <a:lstStyle/>
        <a:p>
          <a:pPr>
            <a:defRPr b="1"/>
          </a:pPr>
          <a:r>
            <a:rPr lang="en-US" dirty="0">
              <a:solidFill>
                <a:schemeClr val="accent2">
                  <a:lumMod val="60000"/>
                  <a:lumOff val="40000"/>
                </a:schemeClr>
              </a:solidFill>
              <a:latin typeface="+mn-lt"/>
            </a:rPr>
            <a:t>Option 4</a:t>
          </a:r>
        </a:p>
      </dgm:t>
    </dgm:pt>
    <dgm:pt modelId="{88680CFE-3CE0-4842-B3D3-716D3B671238}" type="parTrans" cxnId="{4F4F82A2-02F1-492B-96C1-46C070BEFCE3}">
      <dgm:prSet/>
      <dgm:spPr/>
      <dgm:t>
        <a:bodyPr/>
        <a:lstStyle/>
        <a:p>
          <a:pPr algn="ctr"/>
          <a:endParaRPr lang="en-US">
            <a:latin typeface="+mn-lt"/>
          </a:endParaRPr>
        </a:p>
      </dgm:t>
    </dgm:pt>
    <dgm:pt modelId="{4D59E06B-629C-40B5-96D3-423B7A56C945}" type="sibTrans" cxnId="{4F4F82A2-02F1-492B-96C1-46C070BEFCE3}">
      <dgm:prSet/>
      <dgm:spPr/>
      <dgm:t>
        <a:bodyPr/>
        <a:lstStyle/>
        <a:p>
          <a:pPr algn="ctr"/>
          <a:endParaRPr lang="en-US">
            <a:latin typeface="+mn-lt"/>
          </a:endParaRPr>
        </a:p>
      </dgm:t>
    </dgm:pt>
    <dgm:pt modelId="{2BE415B7-7185-4956-8487-237B40BC0EE5}">
      <dgm:prSet phldrT="[Text]" phldr="0" custT="1"/>
      <dgm:spPr/>
      <dgm:t>
        <a:bodyPr/>
        <a:lstStyle/>
        <a:p>
          <a:r>
            <a:rPr lang="en-US" sz="1800" b="0" i="0" dirty="0"/>
            <a:t>frequently asked questions</a:t>
          </a:r>
          <a:endParaRPr lang="en-US" sz="1800" dirty="0">
            <a:latin typeface="+mn-lt"/>
          </a:endParaRPr>
        </a:p>
      </dgm:t>
    </dgm:pt>
    <dgm:pt modelId="{A38E847E-0D1D-4F40-9A71-4D5999ADE08B}" type="parTrans" cxnId="{CB32A309-9CA9-4554-941D-519A91A9E733}">
      <dgm:prSet/>
      <dgm:spPr/>
      <dgm:t>
        <a:bodyPr/>
        <a:lstStyle/>
        <a:p>
          <a:pPr algn="ctr"/>
          <a:endParaRPr lang="en-US">
            <a:latin typeface="+mn-lt"/>
          </a:endParaRPr>
        </a:p>
      </dgm:t>
    </dgm:pt>
    <dgm:pt modelId="{F0D1C61C-E3F2-49BA-A2D8-C04A81308E5D}" type="sibTrans" cxnId="{CB32A309-9CA9-4554-941D-519A91A9E733}">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0" presStyleCnt="4">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0" presStyleCnt="4"/>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0" presStyleCnt="4"/>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0" presStyleCnt="4"/>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1" presStyleCnt="4">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1" presStyleCnt="4"/>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1" presStyleCnt="4"/>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1" presStyleCnt="4"/>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4">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4"/>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4"/>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4"/>
      <dgm:spPr/>
    </dgm:pt>
    <dgm:pt modelId="{EAB0CCC2-BFF9-432D-BA8E-7ECAF2D92AF2}" type="pres">
      <dgm:prSet presAssocID="{3CC73758-10C1-47F8-AFA7-1A986D4DDD60}" presName="EmptyPlaceHolder" presStyleCnt="0"/>
      <dgm:spPr/>
    </dgm:pt>
    <dgm:pt modelId="{07073103-04B7-4C74-9AC8-048764100B10}" type="pres">
      <dgm:prSet presAssocID="{D8170BBA-6035-4773-8431-FEDD687647FF}" presName="spaceBetweenRectangles" presStyleCnt="0"/>
      <dgm:spPr/>
    </dgm:pt>
    <dgm:pt modelId="{C68762A5-E9DF-484F-B385-6C7E07325E98}" type="pres">
      <dgm:prSet presAssocID="{D2FE027B-4161-41E1-B4D4-02AECB2E3FA0}" presName="composite" presStyleCnt="0"/>
      <dgm:spPr/>
    </dgm:pt>
    <dgm:pt modelId="{F782935D-BBBD-4420-826A-F71C517659B6}" type="pres">
      <dgm:prSet presAssocID="{D2FE027B-4161-41E1-B4D4-02AECB2E3FA0}" presName="L1TextContainer" presStyleLbl="revTx" presStyleIdx="3" presStyleCnt="4">
        <dgm:presLayoutVars>
          <dgm:chMax val="1"/>
          <dgm:chPref val="1"/>
          <dgm:bulletEnabled val="1"/>
        </dgm:presLayoutVars>
      </dgm:prSet>
      <dgm:spPr/>
    </dgm:pt>
    <dgm:pt modelId="{3C71E446-482E-4CAC-8D42-2D4AC020412B}" type="pres">
      <dgm:prSet presAssocID="{D2FE027B-4161-41E1-B4D4-02AECB2E3FA0}" presName="L2TextContainerWrapper" presStyleCnt="0">
        <dgm:presLayoutVars>
          <dgm:chMax val="0"/>
          <dgm:chPref val="0"/>
          <dgm:bulletEnabled val="1"/>
        </dgm:presLayoutVars>
      </dgm:prSet>
      <dgm:spPr/>
    </dgm:pt>
    <dgm:pt modelId="{6C3A59BD-6D45-4573-B098-8CB5207F194D}" type="pres">
      <dgm:prSet presAssocID="{D2FE027B-4161-41E1-B4D4-02AECB2E3FA0}" presName="L2TextContainer" presStyleLbl="bgAcc1" presStyleIdx="3" presStyleCnt="4"/>
      <dgm:spPr/>
    </dgm:pt>
    <dgm:pt modelId="{8EB042C8-D666-4667-A1E4-E0C87151B72F}" type="pres">
      <dgm:prSet presAssocID="{D2FE027B-4161-41E1-B4D4-02AECB2E3FA0}" presName="FlexibleEmptyPlaceHolder" presStyleCnt="0"/>
      <dgm:spPr/>
    </dgm:pt>
    <dgm:pt modelId="{086FB9B1-82B2-4197-8B33-6E7FF94F8D2E}" type="pres">
      <dgm:prSet presAssocID="{D2FE027B-4161-41E1-B4D4-02AECB2E3FA0}" presName="ConnectLine" presStyleLbl="sibTrans1D1" presStyleIdx="3" presStyleCnt="4"/>
      <dgm:spPr>
        <a:noFill/>
        <a:ln w="6350" cap="flat" cmpd="sng" algn="ctr">
          <a:solidFill>
            <a:schemeClr val="accent2">
              <a:hueOff val="0"/>
              <a:satOff val="0"/>
              <a:lumOff val="0"/>
              <a:alphaOff val="0"/>
            </a:schemeClr>
          </a:solidFill>
          <a:prstDash val="dash"/>
          <a:miter lim="800000"/>
        </a:ln>
        <a:effectLst/>
      </dgm:spPr>
    </dgm:pt>
    <dgm:pt modelId="{3F359E8B-7C7E-4FD9-B106-36CCBFC731D5}" type="pres">
      <dgm:prSet presAssocID="{D2FE027B-4161-41E1-B4D4-02AECB2E3FA0}" presName="ConnectorPoint" presStyleLbl="alignNode1" presStyleIdx="3" presStyleCnt="4"/>
      <dgm:spPr/>
    </dgm:pt>
    <dgm:pt modelId="{34434334-A935-4057-946F-93B826088F38}" type="pres">
      <dgm:prSet presAssocID="{D2FE027B-4161-41E1-B4D4-02AECB2E3FA0}" presName="EmptyPlaceHolder" presStyleCnt="0"/>
      <dgm:spPr/>
    </dgm:pt>
  </dgm:ptLst>
  <dgm:cxnLst>
    <dgm:cxn modelId="{CB32A309-9CA9-4554-941D-519A91A9E733}" srcId="{D2FE027B-4161-41E1-B4D4-02AECB2E3FA0}" destId="{2BE415B7-7185-4956-8487-237B40BC0EE5}" srcOrd="0" destOrd="0" parTransId="{A38E847E-0D1D-4F40-9A71-4D5999ADE08B}" sibTransId="{F0D1C61C-E3F2-49BA-A2D8-C04A81308E5D}"/>
    <dgm:cxn modelId="{E04F7D0D-4A23-4EBE-9A03-2E9273077F0C}" type="presOf" srcId="{5E71F362-34DF-4EEC-92A3-0EFE450E05E4}" destId="{BA29120C-7C6B-4F62-9079-4AD528BC0744}" srcOrd="0" destOrd="0" presId="urn:microsoft.com/office/officeart/2016/7/layout/BasicTimeline"/>
    <dgm:cxn modelId="{F8C7AB0D-642A-4835-B681-C7F0400EA774}" type="presOf" srcId="{3CC73758-10C1-47F8-AFA7-1A986D4DDD60}" destId="{E712D073-0B15-4887-9DCE-A27BCACBC178}" srcOrd="0" destOrd="0" presId="urn:microsoft.com/office/officeart/2016/7/layout/BasicTimeline"/>
    <dgm:cxn modelId="{ACF71611-C30B-441E-86DF-82443AAA9FB2}" type="presOf" srcId="{91969DED-4CB8-4A14-A50B-3F7B848E46B5}" destId="{60D0713D-AF69-4AF8-B071-F65622790886}" srcOrd="0" destOrd="0" presId="urn:microsoft.com/office/officeart/2016/7/layout/BasicTimeline"/>
    <dgm:cxn modelId="{E9526830-C902-46ED-BD55-A8BD28BC9B9E}" type="presOf" srcId="{2BE415B7-7185-4956-8487-237B40BC0EE5}" destId="{6C3A59BD-6D45-4573-B098-8CB5207F194D}"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1" destOrd="0" parTransId="{4E972F7F-4B1B-47AA-A25B-1FFC561F1C76}" sibTransId="{67361508-930A-4A23-8CFC-BB56DA645C3C}"/>
    <dgm:cxn modelId="{BE4D7690-6B06-4312-9138-DA2529E94F81}" type="presOf" srcId="{A8C03FBB-4A75-4460-AEA6-DEAEB9C61496}" destId="{FE5C7F33-9326-49FB-89A3-8A20163AD994}" srcOrd="0" destOrd="0" presId="urn:microsoft.com/office/officeart/2016/7/layout/BasicTimeline"/>
    <dgm:cxn modelId="{E18C1A95-A604-4EDD-BF8F-A5DFBE19BA38}" type="presOf" srcId="{FD9CA14A-483C-4869-B0C1-7C5FB7EEDBCC}" destId="{E0D48281-565D-47A3-9B6C-576231178549}" srcOrd="0" destOrd="0" presId="urn:microsoft.com/office/officeart/2016/7/layout/BasicTimeline"/>
    <dgm:cxn modelId="{C831BD9D-8783-4B4A-B3A6-88BC0FAB8AA8}" type="presOf" srcId="{8A04F340-E8E1-4146-9905-E7ADCAEAABD7}" destId="{DADAA0C9-3E42-4088-8622-30E9F6EA139A}" srcOrd="0" destOrd="0" presId="urn:microsoft.com/office/officeart/2016/7/layout/BasicTimeline"/>
    <dgm:cxn modelId="{4F4F82A2-02F1-492B-96C1-46C070BEFCE3}" srcId="{A66480AC-C0DE-4E5E-9ECD-9AE37E3FCB79}" destId="{D2FE027B-4161-41E1-B4D4-02AECB2E3FA0}" srcOrd="3" destOrd="0" parTransId="{88680CFE-3CE0-4842-B3D3-716D3B671238}" sibTransId="{4D59E06B-629C-40B5-96D3-423B7A56C945}"/>
    <dgm:cxn modelId="{1840BFBB-C712-4BE4-B804-F96283FFE10B}" type="presOf" srcId="{D2FE027B-4161-41E1-B4D4-02AECB2E3FA0}" destId="{F782935D-BBBD-4420-826A-F71C517659B6}"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0"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DB2B2E4-2B82-4C99-BA97-487601968E6B}" type="presParOf" srcId="{9FFA803F-EA25-49D8-A073-96E9747E345F}" destId="{EE0E6265-BE99-48D1-8879-DB5A75D6D78E}" srcOrd="0" destOrd="0" presId="urn:microsoft.com/office/officeart/2016/7/layout/BasicTimeline"/>
    <dgm:cxn modelId="{F2733634-1484-4E73-B547-6985D4CE8E62}" type="presParOf" srcId="{9FFA803F-EA25-49D8-A073-96E9747E345F}" destId="{BDA8F949-88B8-486D-9E41-ABA1463A8926}" srcOrd="1" destOrd="0" presId="urn:microsoft.com/office/officeart/2016/7/layout/BasicTimeline"/>
    <dgm:cxn modelId="{039DD211-A44D-41AF-8C31-7399C3126ACD}" type="presParOf" srcId="{BDA8F949-88B8-486D-9E41-ABA1463A8926}" destId="{7D29DFA7-018B-45C9-AC1C-5CFC82FEE150}" srcOrd="0" destOrd="0" presId="urn:microsoft.com/office/officeart/2016/7/layout/BasicTimeline"/>
    <dgm:cxn modelId="{E1FB9567-68FE-4FDB-9104-7677C50B592C}" type="presParOf" srcId="{7D29DFA7-018B-45C9-AC1C-5CFC82FEE150}" destId="{60D0713D-AF69-4AF8-B071-F65622790886}" srcOrd="0" destOrd="0" presId="urn:microsoft.com/office/officeart/2016/7/layout/BasicTimeline"/>
    <dgm:cxn modelId="{C958C0E6-8BB4-474D-8353-E8A7FB1221A6}" type="presParOf" srcId="{7D29DFA7-018B-45C9-AC1C-5CFC82FEE150}" destId="{5DAA1547-FEA7-4F69-96D3-0E3A07601B1E}" srcOrd="1" destOrd="0" presId="urn:microsoft.com/office/officeart/2016/7/layout/BasicTimeline"/>
    <dgm:cxn modelId="{63A1B9C7-2B6A-46DB-B3AF-6575B958BE88}" type="presParOf" srcId="{5DAA1547-FEA7-4F69-96D3-0E3A07601B1E}" destId="{DADAA0C9-3E42-4088-8622-30E9F6EA139A}" srcOrd="0" destOrd="0" presId="urn:microsoft.com/office/officeart/2016/7/layout/BasicTimeline"/>
    <dgm:cxn modelId="{93147B36-387F-440E-AF23-182D1A4B3E62}" type="presParOf" srcId="{5DAA1547-FEA7-4F69-96D3-0E3A07601B1E}" destId="{D2E61EE0-F306-43AF-AFF9-74A14B9CF379}" srcOrd="1" destOrd="0" presId="urn:microsoft.com/office/officeart/2016/7/layout/BasicTimeline"/>
    <dgm:cxn modelId="{0AAE11E8-3F79-469C-B470-452523E05454}" type="presParOf" srcId="{7D29DFA7-018B-45C9-AC1C-5CFC82FEE150}" destId="{DBD74D6B-057A-432C-9067-BF618C19EB2A}" srcOrd="2" destOrd="0" presId="urn:microsoft.com/office/officeart/2016/7/layout/BasicTimeline"/>
    <dgm:cxn modelId="{4D9F211F-62C9-4D3F-A562-132790C34A96}" type="presParOf" srcId="{7D29DFA7-018B-45C9-AC1C-5CFC82FEE150}" destId="{0F979253-FD39-4920-BFCA-78C564B167EA}" srcOrd="3" destOrd="0" presId="urn:microsoft.com/office/officeart/2016/7/layout/BasicTimeline"/>
    <dgm:cxn modelId="{C6FDE5E0-651C-401A-9CE6-1B27BBE79FA8}" type="presParOf" srcId="{7D29DFA7-018B-45C9-AC1C-5CFC82FEE150}" destId="{C9B4B298-E04C-4317-856D-E345FE5EC64B}" srcOrd="4" destOrd="0" presId="urn:microsoft.com/office/officeart/2016/7/layout/BasicTimeline"/>
    <dgm:cxn modelId="{370D6817-DB26-4CB6-94FA-B95F9982D9C1}" type="presParOf" srcId="{BDA8F949-88B8-486D-9E41-ABA1463A8926}" destId="{9B636147-AF19-40E0-BE7D-3BE8148CC024}" srcOrd="1" destOrd="0" presId="urn:microsoft.com/office/officeart/2016/7/layout/BasicTimeline"/>
    <dgm:cxn modelId="{E7CA0228-DF15-43F4-878D-8C6D71DAFCCD}" type="presParOf" srcId="{BDA8F949-88B8-486D-9E41-ABA1463A8926}" destId="{A41AEE8D-8763-4311-BB07-B499A93D76EA}" srcOrd="2" destOrd="0" presId="urn:microsoft.com/office/officeart/2016/7/layout/BasicTimeline"/>
    <dgm:cxn modelId="{062C27CC-06CF-47C2-8BB4-3660CAF77697}" type="presParOf" srcId="{A41AEE8D-8763-4311-BB07-B499A93D76EA}" destId="{FE5C7F33-9326-49FB-89A3-8A20163AD994}" srcOrd="0" destOrd="0" presId="urn:microsoft.com/office/officeart/2016/7/layout/BasicTimeline"/>
    <dgm:cxn modelId="{F22C03A7-94FC-4091-B610-7BE25B0D401F}" type="presParOf" srcId="{A41AEE8D-8763-4311-BB07-B499A93D76EA}" destId="{C51067AB-548D-47E7-B9DD-C7A4C9600F8C}" srcOrd="1" destOrd="0" presId="urn:microsoft.com/office/officeart/2016/7/layout/BasicTimeline"/>
    <dgm:cxn modelId="{65B460A8-9498-424C-80C1-D2AB1AC3B65E}" type="presParOf" srcId="{C51067AB-548D-47E7-B9DD-C7A4C9600F8C}" destId="{BA29120C-7C6B-4F62-9079-4AD528BC0744}" srcOrd="0" destOrd="0" presId="urn:microsoft.com/office/officeart/2016/7/layout/BasicTimeline"/>
    <dgm:cxn modelId="{2AD91670-BEAC-4A6B-AA6A-F153298E2868}" type="presParOf" srcId="{C51067AB-548D-47E7-B9DD-C7A4C9600F8C}" destId="{617B6CDA-9351-44EF-9011-41758FE93851}" srcOrd="1" destOrd="0" presId="urn:microsoft.com/office/officeart/2016/7/layout/BasicTimeline"/>
    <dgm:cxn modelId="{4A6C63B1-268F-4CAB-BF85-03A8EBB5C926}" type="presParOf" srcId="{A41AEE8D-8763-4311-BB07-B499A93D76EA}" destId="{A95DB80B-444A-4D69-B205-3A801BB8524A}" srcOrd="2" destOrd="0" presId="urn:microsoft.com/office/officeart/2016/7/layout/BasicTimeline"/>
    <dgm:cxn modelId="{DB3AFC3B-6E90-4712-B032-920EBEC5E106}" type="presParOf" srcId="{A41AEE8D-8763-4311-BB07-B499A93D76EA}" destId="{FA19A0AA-8B0B-4AA8-A80D-08CFFDD3F112}" srcOrd="3" destOrd="0" presId="urn:microsoft.com/office/officeart/2016/7/layout/BasicTimeline"/>
    <dgm:cxn modelId="{F186226E-0A8C-4B5F-BAA6-E69DA1689BCF}" type="presParOf" srcId="{A41AEE8D-8763-4311-BB07-B499A93D76EA}" destId="{C298CC98-EF08-4D23-94A2-F58DEE6D7DE4}" srcOrd="4" destOrd="0" presId="urn:microsoft.com/office/officeart/2016/7/layout/BasicTimeline"/>
    <dgm:cxn modelId="{9D12EAE8-E4E6-4FC0-9095-9439C1D64637}" type="presParOf" srcId="{BDA8F949-88B8-486D-9E41-ABA1463A8926}" destId="{F3D981F8-7433-4E93-99E6-2B447306B973}" srcOrd="3" destOrd="0" presId="urn:microsoft.com/office/officeart/2016/7/layout/BasicTimeline"/>
    <dgm:cxn modelId="{A3B7A47E-6212-4CF0-ADDD-16D8537E7344}" type="presParOf" srcId="{BDA8F949-88B8-486D-9E41-ABA1463A8926}" destId="{76CB18D4-86E2-467C-A2CF-3ED9EFE66BEA}" srcOrd="4" destOrd="0" presId="urn:microsoft.com/office/officeart/2016/7/layout/BasicTimeline"/>
    <dgm:cxn modelId="{BE31E211-CFCC-43CA-A564-B387D8979A35}" type="presParOf" srcId="{76CB18D4-86E2-467C-A2CF-3ED9EFE66BEA}" destId="{E712D073-0B15-4887-9DCE-A27BCACBC178}" srcOrd="0" destOrd="0" presId="urn:microsoft.com/office/officeart/2016/7/layout/BasicTimeline"/>
    <dgm:cxn modelId="{E975F3C9-41F0-45A4-A707-BBC539F44C61}" type="presParOf" srcId="{76CB18D4-86E2-467C-A2CF-3ED9EFE66BEA}" destId="{4C57E835-21E8-44E9-8CE3-1E2D478ECB2B}" srcOrd="1" destOrd="0" presId="urn:microsoft.com/office/officeart/2016/7/layout/BasicTimeline"/>
    <dgm:cxn modelId="{65DC83BB-F25A-4349-A309-C43D29A214B3}" type="presParOf" srcId="{4C57E835-21E8-44E9-8CE3-1E2D478ECB2B}" destId="{E0D48281-565D-47A3-9B6C-576231178549}" srcOrd="0" destOrd="0" presId="urn:microsoft.com/office/officeart/2016/7/layout/BasicTimeline"/>
    <dgm:cxn modelId="{23044823-22FD-4CED-A578-AC8181A5F62B}" type="presParOf" srcId="{4C57E835-21E8-44E9-8CE3-1E2D478ECB2B}" destId="{E0365E95-CAD6-4660-956D-E490447A5CB4}" srcOrd="1" destOrd="0" presId="urn:microsoft.com/office/officeart/2016/7/layout/BasicTimeline"/>
    <dgm:cxn modelId="{17CE1AD0-C1A6-418E-83BA-40CBC8F1A694}" type="presParOf" srcId="{76CB18D4-86E2-467C-A2CF-3ED9EFE66BEA}" destId="{DCAE8A46-752C-4E82-84CE-E790E1F2918E}" srcOrd="2" destOrd="0" presId="urn:microsoft.com/office/officeart/2016/7/layout/BasicTimeline"/>
    <dgm:cxn modelId="{B9C1889D-23E6-474E-9DEC-5B99C92D5CBD}" type="presParOf" srcId="{76CB18D4-86E2-467C-A2CF-3ED9EFE66BEA}" destId="{B6459BF8-D2C3-4018-9C28-98667DC203F4}" srcOrd="3" destOrd="0" presId="urn:microsoft.com/office/officeart/2016/7/layout/BasicTimeline"/>
    <dgm:cxn modelId="{D4662CD4-E863-4C06-8DDE-B4D0FB8143AB}" type="presParOf" srcId="{76CB18D4-86E2-467C-A2CF-3ED9EFE66BEA}" destId="{EAB0CCC2-BFF9-432D-BA8E-7ECAF2D92AF2}" srcOrd="4" destOrd="0" presId="urn:microsoft.com/office/officeart/2016/7/layout/BasicTimeline"/>
    <dgm:cxn modelId="{75BE8247-A774-457D-B24F-E003DDADC45A}" type="presParOf" srcId="{BDA8F949-88B8-486D-9E41-ABA1463A8926}" destId="{07073103-04B7-4C74-9AC8-048764100B10}" srcOrd="5" destOrd="0" presId="urn:microsoft.com/office/officeart/2016/7/layout/BasicTimeline"/>
    <dgm:cxn modelId="{34CBE1B9-58FE-46CD-A08C-F342D0E45E4C}" type="presParOf" srcId="{BDA8F949-88B8-486D-9E41-ABA1463A8926}" destId="{C68762A5-E9DF-484F-B385-6C7E07325E98}" srcOrd="6" destOrd="0" presId="urn:microsoft.com/office/officeart/2016/7/layout/BasicTimeline"/>
    <dgm:cxn modelId="{F6D865BA-D445-441E-A0E5-2252EB1A13ED}" type="presParOf" srcId="{C68762A5-E9DF-484F-B385-6C7E07325E98}" destId="{F782935D-BBBD-4420-826A-F71C517659B6}" srcOrd="0" destOrd="0" presId="urn:microsoft.com/office/officeart/2016/7/layout/BasicTimeline"/>
    <dgm:cxn modelId="{F1E0445D-DE7F-40C4-AA3E-2C5C2A4F3634}" type="presParOf" srcId="{C68762A5-E9DF-484F-B385-6C7E07325E98}" destId="{3C71E446-482E-4CAC-8D42-2D4AC020412B}" srcOrd="1" destOrd="0" presId="urn:microsoft.com/office/officeart/2016/7/layout/BasicTimeline"/>
    <dgm:cxn modelId="{068325CC-926F-4919-B437-859351EFA393}" type="presParOf" srcId="{3C71E446-482E-4CAC-8D42-2D4AC020412B}" destId="{6C3A59BD-6D45-4573-B098-8CB5207F194D}" srcOrd="0" destOrd="0" presId="urn:microsoft.com/office/officeart/2016/7/layout/BasicTimeline"/>
    <dgm:cxn modelId="{366884FB-0F98-437B-AB31-D08AFE15DB0B}" type="presParOf" srcId="{3C71E446-482E-4CAC-8D42-2D4AC020412B}" destId="{8EB042C8-D666-4667-A1E4-E0C87151B72F}" srcOrd="1" destOrd="0" presId="urn:microsoft.com/office/officeart/2016/7/layout/BasicTimeline"/>
    <dgm:cxn modelId="{3A8486B2-EE7E-4F44-A56B-696663EDD2FA}" type="presParOf" srcId="{C68762A5-E9DF-484F-B385-6C7E07325E98}" destId="{086FB9B1-82B2-4197-8B33-6E7FF94F8D2E}" srcOrd="2" destOrd="0" presId="urn:microsoft.com/office/officeart/2016/7/layout/BasicTimeline"/>
    <dgm:cxn modelId="{1EE2B5CD-D4FB-4283-AC54-992B0D69B26E}" type="presParOf" srcId="{C68762A5-E9DF-484F-B385-6C7E07325E98}" destId="{3F359E8B-7C7E-4FD9-B106-36CCBFC731D5}" srcOrd="3" destOrd="0" presId="urn:microsoft.com/office/officeart/2016/7/layout/BasicTimeline"/>
    <dgm:cxn modelId="{78AA8952-A187-4BDB-9AB2-468D2014F263}" type="presParOf" srcId="{C68762A5-E9DF-484F-B385-6C7E07325E98}" destId="{34434334-A935-4057-946F-93B826088F38}"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1</a:t>
          </a:r>
        </a:p>
      </dsp:txBody>
      <dsp:txXfrm>
        <a:off x="185195" y="2027215"/>
        <a:ext cx="2679725" cy="426583"/>
      </dsp:txXfrm>
    </dsp:sp>
    <dsp:sp modelId="{BA29120C-7C6B-4F62-9079-4AD528BC0744}">
      <dsp:nvSpPr>
        <dsp:cNvPr id="0" name=""/>
        <dsp:cNvSpPr/>
      </dsp:nvSpPr>
      <dsp:spPr>
        <a:xfrm>
          <a:off x="2486" y="325482"/>
          <a:ext cx="3045142"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t>The customer’s team members</a:t>
          </a:r>
          <a:endParaRPr lang="en-US" sz="1800" kern="1200" dirty="0">
            <a:latin typeface="+mn-lt"/>
          </a:endParaRPr>
        </a:p>
      </dsp:txBody>
      <dsp:txXfrm>
        <a:off x="43725" y="366721"/>
        <a:ext cx="2962664" cy="762313"/>
      </dsp:txXfrm>
    </dsp:sp>
    <dsp:sp modelId="{A95DB80B-444A-4D69-B205-3A801BB8524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2</a:t>
          </a:r>
        </a:p>
      </dsp:txBody>
      <dsp:txXfrm>
        <a:off x="1951377" y="1321276"/>
        <a:ext cx="2679725" cy="426583"/>
      </dsp:txXfrm>
    </dsp:sp>
    <dsp:sp modelId="{FA19A0AA-8B0B-4AA8-A80D-08CFFDD3F112}">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t>Project team members</a:t>
          </a:r>
          <a:endParaRPr lang="en-US" sz="1800" b="0" kern="1200" dirty="0">
            <a:latin typeface="+mn-lt"/>
          </a:endParaRPr>
        </a:p>
      </dsp:txBody>
      <dsp:txXfrm>
        <a:off x="1800089" y="2636221"/>
        <a:ext cx="2982302" cy="580810"/>
      </dsp:txXfrm>
    </dsp:sp>
    <dsp:sp modelId="{DBD74D6B-057A-432C-9067-BF618C19EB2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3</a:t>
          </a:r>
        </a:p>
      </dsp:txBody>
      <dsp:txXfrm>
        <a:off x="3717560" y="2027215"/>
        <a:ext cx="2679725" cy="426583"/>
      </dsp:txXfrm>
    </dsp:sp>
    <dsp:sp modelId="{0F979253-FD39-4920-BFCA-78C564B167EA}">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3534851"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t>Stakeholders</a:t>
          </a:r>
          <a:endParaRPr lang="en-US" sz="1800" kern="1200" dirty="0">
            <a:latin typeface="+mn-lt"/>
          </a:endParaRPr>
        </a:p>
      </dsp:txBody>
      <dsp:txXfrm>
        <a:off x="3566271" y="558042"/>
        <a:ext cx="2982302" cy="580810"/>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4</a:t>
          </a:r>
        </a:p>
      </dsp:txBody>
      <dsp:txXfrm>
        <a:off x="5483742" y="1321276"/>
        <a:ext cx="2679725" cy="426583"/>
      </dsp:txXfrm>
    </dsp:sp>
    <dsp:sp modelId="{B6459BF8-D2C3-4018-9C28-98667DC203F4}">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844791"/>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a:t>Who, at the customer, owns the system</a:t>
          </a:r>
          <a:endParaRPr lang="en-US" sz="1800" kern="1200" dirty="0">
            <a:latin typeface="+mn-lt"/>
          </a:endParaRPr>
        </a:p>
      </dsp:txBody>
      <dsp:txXfrm>
        <a:off x="5342273" y="2646040"/>
        <a:ext cx="2962664" cy="762313"/>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8348663"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60D0713D-AF69-4AF8-B071-F65622790886}">
      <dsp:nvSpPr>
        <dsp:cNvPr id="0" name=""/>
        <dsp:cNvSpPr/>
      </dsp:nvSpPr>
      <dsp:spPr>
        <a:xfrm>
          <a:off x="185195"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2</a:t>
          </a:r>
        </a:p>
      </dsp:txBody>
      <dsp:txXfrm>
        <a:off x="185195" y="2027215"/>
        <a:ext cx="2679725" cy="426583"/>
      </dsp:txXfrm>
    </dsp:sp>
    <dsp:sp modelId="{DADAA0C9-3E42-4088-8622-30E9F6EA139A}">
      <dsp:nvSpPr>
        <dsp:cNvPr id="0" name=""/>
        <dsp:cNvSpPr/>
      </dsp:nvSpPr>
      <dsp:spPr>
        <a:xfrm>
          <a:off x="2486"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t>short videos </a:t>
          </a:r>
          <a:endParaRPr lang="en-US" sz="1800" b="0" kern="1200" dirty="0">
            <a:latin typeface="+mn-lt"/>
          </a:endParaRPr>
        </a:p>
      </dsp:txBody>
      <dsp:txXfrm>
        <a:off x="33906" y="558042"/>
        <a:ext cx="2982302" cy="580810"/>
      </dsp:txXfrm>
    </dsp:sp>
    <dsp:sp modelId="{DBD74D6B-057A-432C-9067-BF618C19EB2A}">
      <dsp:nvSpPr>
        <dsp:cNvPr id="0" name=""/>
        <dsp:cNvSpPr/>
      </dsp:nvSpPr>
      <dsp:spPr>
        <a:xfrm>
          <a:off x="1525057"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E5C7F33-9326-49FB-89A3-8A20163AD994}">
      <dsp:nvSpPr>
        <dsp:cNvPr id="0" name=""/>
        <dsp:cNvSpPr/>
      </dsp:nvSpPr>
      <dsp:spPr>
        <a:xfrm>
          <a:off x="1951377"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1</a:t>
          </a:r>
        </a:p>
      </dsp:txBody>
      <dsp:txXfrm>
        <a:off x="1951377" y="1321276"/>
        <a:ext cx="2679725" cy="426583"/>
      </dsp:txXfrm>
    </dsp:sp>
    <dsp:sp modelId="{0F979253-FD39-4920-BFCA-78C564B167EA}">
      <dsp:nvSpPr>
        <dsp:cNvPr id="0" name=""/>
        <dsp:cNvSpPr/>
      </dsp:nvSpPr>
      <dsp:spPr>
        <a:xfrm>
          <a:off x="1496744"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29120C-7C6B-4F62-9079-4AD528BC0744}">
      <dsp:nvSpPr>
        <dsp:cNvPr id="0" name=""/>
        <dsp:cNvSpPr/>
      </dsp:nvSpPr>
      <dsp:spPr>
        <a:xfrm>
          <a:off x="1768669"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t>quick start guide</a:t>
          </a:r>
          <a:endParaRPr lang="en-US" sz="1800" kern="1200" dirty="0">
            <a:latin typeface="+mn-lt"/>
          </a:endParaRPr>
        </a:p>
      </dsp:txBody>
      <dsp:txXfrm>
        <a:off x="1800089" y="2636221"/>
        <a:ext cx="2982302" cy="580810"/>
      </dsp:txXfrm>
    </dsp:sp>
    <dsp:sp modelId="{A95DB80B-444A-4D69-B205-3A801BB8524A}">
      <dsp:nvSpPr>
        <dsp:cNvPr id="0" name=""/>
        <dsp:cNvSpPr/>
      </dsp:nvSpPr>
      <dsp:spPr>
        <a:xfrm>
          <a:off x="3291240"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3717560" y="2027215"/>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3</a:t>
          </a:r>
        </a:p>
      </dsp:txBody>
      <dsp:txXfrm>
        <a:off x="3717560" y="2027215"/>
        <a:ext cx="2679725" cy="426583"/>
      </dsp:txXfrm>
    </dsp:sp>
    <dsp:sp modelId="{FA19A0AA-8B0B-4AA8-A80D-08CFFDD3F112}">
      <dsp:nvSpPr>
        <dsp:cNvPr id="0" name=""/>
        <dsp:cNvSpPr/>
      </dsp:nvSpPr>
      <dsp:spPr>
        <a:xfrm>
          <a:off x="3262927"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3534851" y="526622"/>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t>key terms</a:t>
          </a:r>
          <a:endParaRPr lang="en-US" sz="1800" kern="1200" dirty="0">
            <a:latin typeface="+mn-lt"/>
          </a:endParaRPr>
        </a:p>
      </dsp:txBody>
      <dsp:txXfrm>
        <a:off x="3566271" y="558042"/>
        <a:ext cx="2982302" cy="580810"/>
      </dsp:txXfrm>
    </dsp:sp>
    <dsp:sp modelId="{DCAE8A46-752C-4E82-84CE-E790E1F2918E}">
      <dsp:nvSpPr>
        <dsp:cNvPr id="0" name=""/>
        <dsp:cNvSpPr/>
      </dsp:nvSpPr>
      <dsp:spPr>
        <a:xfrm>
          <a:off x="5057422"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F782935D-BBBD-4420-826A-F71C517659B6}">
      <dsp:nvSpPr>
        <dsp:cNvPr id="0" name=""/>
        <dsp:cNvSpPr/>
      </dsp:nvSpPr>
      <dsp:spPr>
        <a:xfrm>
          <a:off x="5483742" y="1321276"/>
          <a:ext cx="2679725"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Option 4</a:t>
          </a:r>
        </a:p>
      </dsp:txBody>
      <dsp:txXfrm>
        <a:off x="5483742" y="1321276"/>
        <a:ext cx="2679725" cy="426583"/>
      </dsp:txXfrm>
    </dsp:sp>
    <dsp:sp modelId="{B6459BF8-D2C3-4018-9C28-98667DC203F4}">
      <dsp:nvSpPr>
        <dsp:cNvPr id="0" name=""/>
        <dsp:cNvSpPr/>
      </dsp:nvSpPr>
      <dsp:spPr>
        <a:xfrm>
          <a:off x="502910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3A59BD-6D45-4573-B098-8CB5207F194D}">
      <dsp:nvSpPr>
        <dsp:cNvPr id="0" name=""/>
        <dsp:cNvSpPr/>
      </dsp:nvSpPr>
      <dsp:spPr>
        <a:xfrm>
          <a:off x="5301034" y="2604801"/>
          <a:ext cx="3045142"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b="0" i="0" kern="1200" dirty="0"/>
            <a:t>frequently asked questions</a:t>
          </a:r>
          <a:endParaRPr lang="en-US" sz="1800" kern="1200" dirty="0">
            <a:latin typeface="+mn-lt"/>
          </a:endParaRPr>
        </a:p>
      </dsp:txBody>
      <dsp:txXfrm>
        <a:off x="5332454" y="2636221"/>
        <a:ext cx="2982302" cy="580810"/>
      </dsp:txXfrm>
    </dsp:sp>
    <dsp:sp modelId="{086FB9B1-82B2-4197-8B33-6E7FF94F8D2E}">
      <dsp:nvSpPr>
        <dsp:cNvPr id="0" name=""/>
        <dsp:cNvSpPr/>
      </dsp:nvSpPr>
      <dsp:spPr>
        <a:xfrm>
          <a:off x="6823605"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3F359E8B-7C7E-4FD9-B106-36CCBFC731D5}">
      <dsp:nvSpPr>
        <dsp:cNvPr id="0" name=""/>
        <dsp:cNvSpPr/>
      </dsp:nvSpPr>
      <dsp:spPr>
        <a:xfrm>
          <a:off x="6795292"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6/3/2026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6/3/2026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0862-08E7-9E72-3A8C-893DB7E2E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4090E-F2FA-E0EE-7AED-D374621965DB}"/>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2B627D34-E772-6D2B-3A7B-D2F54A5A3E34}"/>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B438FA9-81AA-D9F2-7C26-A946215B739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1205803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E351-D547-E59A-579A-9577B8C52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E5027-21D4-48DF-182A-B6CBDF92CFB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E5E1C011-8A8E-1716-BBEE-5AAD8E47E29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86514F9-9D1B-3248-A1AC-8AAB111E30F3}"/>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3589832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C2215-9386-D729-EDBD-2EA2BC4D69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9F556-C94B-9D0D-E3D8-6A7E219023D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825EF17-C7B5-75F1-1003-03A3404FABE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10586DF1-C27A-87B9-FE1C-D3C2AD116EE8}"/>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1985985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A1E10-7D9D-E558-90B6-EE58207F7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29336-9F34-E387-8173-A4FACAA4E0FC}"/>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C6A50EED-C98D-47B3-842A-A8584D26943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3A5704F-4CB1-E9AB-F8BE-31C8B51B047E}"/>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13</a:t>
            </a:fld>
            <a:endParaRPr lang="en-US" altLang="zh-CN" noProof="0" dirty="0"/>
          </a:p>
        </p:txBody>
      </p:sp>
    </p:spTree>
    <p:extLst>
      <p:ext uri="{BB962C8B-B14F-4D97-AF65-F5344CB8AC3E}">
        <p14:creationId xmlns:p14="http://schemas.microsoft.com/office/powerpoint/2010/main" val="3396318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0C00-1A91-FC7B-9D31-2A57FF71FA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570B06-61CC-D6DC-7EFD-F2BA27ED5A6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A5DDA018-CE4F-C60C-F226-C9C9556D1E47}"/>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CA46E2DF-8EDE-B58C-BC7E-E572104C502B}"/>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14</a:t>
            </a:fld>
            <a:endParaRPr lang="en-US" altLang="zh-CN" dirty="0"/>
          </a:p>
        </p:txBody>
      </p:sp>
    </p:spTree>
    <p:extLst>
      <p:ext uri="{BB962C8B-B14F-4D97-AF65-F5344CB8AC3E}">
        <p14:creationId xmlns:p14="http://schemas.microsoft.com/office/powerpoint/2010/main" val="3539196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Document your Dynamics365 solution</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err="1"/>
              <a:t>Goldenpath</a:t>
            </a:r>
            <a:r>
              <a:rPr lang="en-US" dirty="0"/>
              <a:t>-software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Document MS Dynamics365 Business Central</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WHY documentation requested</a:t>
            </a: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r>
              <a:rPr lang="en-US" dirty="0"/>
              <a:t>The documentation should describe why you’re building the system, the goals for the project, and how the system will align with the customer’s company goals.</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b="0" dirty="0"/>
              <a:t>System documentation</a:t>
            </a:r>
            <a:endParaRPr lang="en-US" dirty="0"/>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Users of system </a:t>
            </a:r>
            <a:r>
              <a:rPr lang="en-US" dirty="0" err="1"/>
              <a:t>documention</a:t>
            </a:r>
            <a:endParaRPr lang="en-US" dirty="0"/>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814121020"/>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System documentation</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a:bodyPr>
          <a:lstStyle/>
          <a:p>
            <a:r>
              <a:rPr lang="en-US" dirty="0"/>
              <a:t>The system documentation will most often include the requirements, architectural design, source code, user stories, and test information.</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a:xfrm>
            <a:off x="914400" y="1060704"/>
            <a:ext cx="7132320" cy="1773936"/>
          </a:xfrm>
        </p:spPr>
        <p:txBody>
          <a:bodyPr/>
          <a:lstStyle/>
          <a:p>
            <a:r>
              <a:rPr lang="en-US" dirty="0"/>
              <a:t>User personas and user scenarios </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3108959"/>
            <a:ext cx="7275872" cy="3242679"/>
          </a:xfrm>
        </p:spPr>
        <p:txBody>
          <a:bodyPr>
            <a:normAutofit/>
          </a:bodyPr>
          <a:lstStyle/>
          <a:p>
            <a:r>
              <a:rPr lang="en-US" dirty="0"/>
              <a:t>Remember, you should build your solution based on these user stories. Never create any part of the solution that you can’t map to a user story. The acceptance criteria tells you when a user story is accepted and when you’ve completed your task.</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8D8D-5D70-CFD5-63A8-C3C5971C6D0B}"/>
            </a:ext>
          </a:extLst>
        </p:cNvPr>
        <p:cNvGrpSpPr/>
        <p:nvPr/>
      </p:nvGrpSpPr>
      <p:grpSpPr>
        <a:xfrm>
          <a:off x="0" y="0"/>
          <a:ext cx="0" cy="0"/>
          <a:chOff x="0" y="0"/>
          <a:chExt cx="0" cy="0"/>
        </a:xfrm>
      </p:grpSpPr>
      <p:sp>
        <p:nvSpPr>
          <p:cNvPr id="60" name="Title 59">
            <a:extLst>
              <a:ext uri="{FF2B5EF4-FFF2-40B4-BE49-F238E27FC236}">
                <a16:creationId xmlns:a16="http://schemas.microsoft.com/office/drawing/2014/main" id="{30EBEEC1-CB3E-4713-C6BB-FF52B2F042AC}"/>
              </a:ext>
            </a:extLst>
          </p:cNvPr>
          <p:cNvSpPr>
            <a:spLocks noGrp="1"/>
          </p:cNvSpPr>
          <p:nvPr>
            <p:ph type="title"/>
          </p:nvPr>
        </p:nvSpPr>
        <p:spPr>
          <a:xfrm>
            <a:off x="914400" y="1060704"/>
            <a:ext cx="7132320" cy="1773936"/>
          </a:xfrm>
        </p:spPr>
        <p:txBody>
          <a:bodyPr/>
          <a:lstStyle/>
          <a:p>
            <a:r>
              <a:rPr lang="en-US" dirty="0"/>
              <a:t>Solution architecture diagram</a:t>
            </a:r>
          </a:p>
        </p:txBody>
      </p:sp>
      <p:sp>
        <p:nvSpPr>
          <p:cNvPr id="43" name="Text Placeholder 42">
            <a:extLst>
              <a:ext uri="{FF2B5EF4-FFF2-40B4-BE49-F238E27FC236}">
                <a16:creationId xmlns:a16="http://schemas.microsoft.com/office/drawing/2014/main" id="{47E2EA7B-72D4-4729-30FC-AED3E1B8680F}"/>
              </a:ext>
            </a:extLst>
          </p:cNvPr>
          <p:cNvSpPr>
            <a:spLocks noGrp="1"/>
          </p:cNvSpPr>
          <p:nvPr>
            <p:ph idx="1"/>
          </p:nvPr>
        </p:nvSpPr>
        <p:spPr>
          <a:xfrm>
            <a:off x="914399" y="3108959"/>
            <a:ext cx="7132320" cy="3242679"/>
          </a:xfrm>
        </p:spPr>
        <p:txBody>
          <a:bodyPr>
            <a:normAutofit/>
          </a:bodyPr>
          <a:lstStyle/>
          <a:p>
            <a:r>
              <a:rPr lang="en-US" dirty="0"/>
              <a:t>The diagram should include the technical aspect of your solution and where the solution is placed in the company's technical landscape</a:t>
            </a:r>
          </a:p>
        </p:txBody>
      </p:sp>
      <p:sp>
        <p:nvSpPr>
          <p:cNvPr id="11" name="Slide Number Placeholder 13">
            <a:extLst>
              <a:ext uri="{FF2B5EF4-FFF2-40B4-BE49-F238E27FC236}">
                <a16:creationId xmlns:a16="http://schemas.microsoft.com/office/drawing/2014/main" id="{DC643DCA-915F-151D-897F-EF5074EACA70}"/>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04422318-54A0-DED0-A1B5-03B5FE6015A0}"/>
              </a:ext>
            </a:extLst>
          </p:cNvPr>
          <p:cNvSpPr>
            <a:spLocks noGrp="1"/>
          </p:cNvSpPr>
          <p:nvPr>
            <p:ph type="sldNum" sz="quarter" idx="55"/>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343646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BA0F-2245-09A6-EB34-7FBAA14B70D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A492BFE-6958-8DD1-B034-D6CDF2EDECBE}"/>
              </a:ext>
            </a:extLst>
          </p:cNvPr>
          <p:cNvSpPr>
            <a:spLocks noGrp="1"/>
          </p:cNvSpPr>
          <p:nvPr>
            <p:ph type="title"/>
          </p:nvPr>
        </p:nvSpPr>
        <p:spPr>
          <a:xfrm>
            <a:off x="914400" y="731520"/>
            <a:ext cx="3931920" cy="2103120"/>
          </a:xfrm>
        </p:spPr>
        <p:txBody>
          <a:bodyPr anchor="b" anchorCtr="0"/>
          <a:lstStyle/>
          <a:p>
            <a:r>
              <a:rPr lang="en-US" dirty="0"/>
              <a:t>Custom code</a:t>
            </a:r>
          </a:p>
        </p:txBody>
      </p:sp>
      <p:sp>
        <p:nvSpPr>
          <p:cNvPr id="20" name="Text Placeholder 19">
            <a:extLst>
              <a:ext uri="{FF2B5EF4-FFF2-40B4-BE49-F238E27FC236}">
                <a16:creationId xmlns:a16="http://schemas.microsoft.com/office/drawing/2014/main" id="{FB465812-A634-6E97-E99D-FA6774F4F31A}"/>
              </a:ext>
            </a:extLst>
          </p:cNvPr>
          <p:cNvSpPr>
            <a:spLocks noGrp="1"/>
          </p:cNvSpPr>
          <p:nvPr>
            <p:ph idx="1"/>
          </p:nvPr>
        </p:nvSpPr>
        <p:spPr>
          <a:xfrm>
            <a:off x="914400" y="3108960"/>
            <a:ext cx="3931920" cy="2651760"/>
          </a:xfrm>
        </p:spPr>
        <p:txBody>
          <a:bodyPr>
            <a:normAutofit/>
          </a:bodyPr>
          <a:lstStyle/>
          <a:p>
            <a:r>
              <a:rPr lang="en-US" dirty="0"/>
              <a:t>The system documentation should always have information about all parts in your system that are developed by code.</a:t>
            </a:r>
          </a:p>
        </p:txBody>
      </p:sp>
      <p:sp>
        <p:nvSpPr>
          <p:cNvPr id="9" name="Slide Number Placeholder 13">
            <a:extLst>
              <a:ext uri="{FF2B5EF4-FFF2-40B4-BE49-F238E27FC236}">
                <a16:creationId xmlns:a16="http://schemas.microsoft.com/office/drawing/2014/main" id="{F2F9DFCB-2C8F-3FA1-04A4-0F17BB7C2DFD}"/>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1AAA860C-B08E-C71C-1D3D-6A2502AF15E9}"/>
              </a:ext>
            </a:extLst>
          </p:cNvPr>
          <p:cNvSpPr>
            <a:spLocks noGrp="1"/>
          </p:cNvSpPr>
          <p:nvPr>
            <p:ph type="sldNum" sz="quarter" idx="53"/>
          </p:nvPr>
        </p:nvSpPr>
        <p:spPr/>
        <p:txBody>
          <a:bodyPr/>
          <a:lstStyle/>
          <a:p>
            <a:fld id="{47FEACEE-25B4-4A2D-B147-27296E36371D}" type="slidenum">
              <a:rPr lang="en-US" altLang="zh-CN" noProof="0" smtClean="0"/>
              <a:pPr/>
              <a:t>10</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A5C6DBD7-0360-D6B3-1CF0-E77FE1E24E13}"/>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996931FF-BD10-1803-1E5F-708A61E33F4C}"/>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519358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152F6-D79B-C736-609A-FAB0FEE3DA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264BED-1C19-0E7E-6E85-FF439B17DCFA}"/>
              </a:ext>
            </a:extLst>
          </p:cNvPr>
          <p:cNvSpPr>
            <a:spLocks noGrp="1"/>
          </p:cNvSpPr>
          <p:nvPr>
            <p:ph type="title"/>
          </p:nvPr>
        </p:nvSpPr>
        <p:spPr>
          <a:xfrm>
            <a:off x="914400" y="731520"/>
            <a:ext cx="3931920" cy="2103120"/>
          </a:xfrm>
        </p:spPr>
        <p:txBody>
          <a:bodyPr anchor="b" anchorCtr="0"/>
          <a:lstStyle/>
          <a:p>
            <a:r>
              <a:rPr lang="en-US" dirty="0"/>
              <a:t>Test plan</a:t>
            </a:r>
          </a:p>
        </p:txBody>
      </p:sp>
      <p:sp>
        <p:nvSpPr>
          <p:cNvPr id="20" name="Text Placeholder 19">
            <a:extLst>
              <a:ext uri="{FF2B5EF4-FFF2-40B4-BE49-F238E27FC236}">
                <a16:creationId xmlns:a16="http://schemas.microsoft.com/office/drawing/2014/main" id="{6F314E6D-9089-B4D4-C26A-0D8E82735B07}"/>
              </a:ext>
            </a:extLst>
          </p:cNvPr>
          <p:cNvSpPr>
            <a:spLocks noGrp="1"/>
          </p:cNvSpPr>
          <p:nvPr>
            <p:ph idx="1"/>
          </p:nvPr>
        </p:nvSpPr>
        <p:spPr>
          <a:xfrm>
            <a:off x="914400" y="3108960"/>
            <a:ext cx="3931920" cy="2651760"/>
          </a:xfrm>
        </p:spPr>
        <p:txBody>
          <a:bodyPr>
            <a:normAutofit/>
          </a:bodyPr>
          <a:lstStyle/>
          <a:p>
            <a:r>
              <a:rPr lang="en-US" dirty="0"/>
              <a:t>Then, you can show everything that you’ve tested for, who’s done the testing, and the results.</a:t>
            </a:r>
          </a:p>
        </p:txBody>
      </p:sp>
      <p:sp>
        <p:nvSpPr>
          <p:cNvPr id="9" name="Slide Number Placeholder 13">
            <a:extLst>
              <a:ext uri="{FF2B5EF4-FFF2-40B4-BE49-F238E27FC236}">
                <a16:creationId xmlns:a16="http://schemas.microsoft.com/office/drawing/2014/main" id="{4E727ABD-FD7F-6300-6C30-D52B983D926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D020FEA-9160-13C6-0BAB-C6B5EB82BC4B}"/>
              </a:ext>
            </a:extLst>
          </p:cNvPr>
          <p:cNvSpPr>
            <a:spLocks noGrp="1"/>
          </p:cNvSpPr>
          <p:nvPr>
            <p:ph type="sldNum" sz="quarter" idx="53"/>
          </p:nvPr>
        </p:nvSpPr>
        <p:spPr/>
        <p:txBody>
          <a:bodyPr/>
          <a:lstStyle/>
          <a:p>
            <a:fld id="{47FEACEE-25B4-4A2D-B147-27296E36371D}" type="slidenum">
              <a:rPr lang="en-US" altLang="zh-CN" noProof="0" smtClean="0"/>
              <a:pPr/>
              <a:t>11</a:t>
            </a:fld>
            <a:endParaRPr lang="en-US" altLang="zh-CN" noProof="0" dirty="0"/>
          </a:p>
        </p:txBody>
      </p:sp>
      <p:pic>
        <p:nvPicPr>
          <p:cNvPr id="3" name="Picture Placeholder 4" descr="A person looking at a person who is looking at a computer screen">
            <a:extLst>
              <a:ext uri="{FF2B5EF4-FFF2-40B4-BE49-F238E27FC236}">
                <a16:creationId xmlns:a16="http://schemas.microsoft.com/office/drawing/2014/main" id="{1B5F655C-462B-26E3-B17D-25ECC078A7F8}"/>
              </a:ext>
            </a:extLst>
          </p:cNvPr>
          <p:cNvPicPr>
            <a:picLocks noChangeAspect="1"/>
          </p:cNvPicPr>
          <p:nvPr/>
        </p:nvPicPr>
        <p:blipFill>
          <a:blip r:embed="rId3"/>
          <a:srcRect t="11651" b="11651"/>
          <a:stretch/>
        </p:blipFill>
        <p:spPr>
          <a:xfrm>
            <a:off x="6398258" y="619219"/>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6" name="Picture Placeholder 5">
            <a:extLst>
              <a:ext uri="{FF2B5EF4-FFF2-40B4-BE49-F238E27FC236}">
                <a16:creationId xmlns:a16="http://schemas.microsoft.com/office/drawing/2014/main" id="{D1833FC2-35B6-E5FA-1D58-803B3D95CF09}"/>
              </a:ext>
            </a:extLst>
          </p:cNvPr>
          <p:cNvSpPr>
            <a:spLocks noGrp="1"/>
          </p:cNvSpPr>
          <p:nvPr>
            <p:ph type="pic" sz="quarter" idx="54"/>
          </p:nvPr>
        </p:nvSpPr>
        <p:spPr/>
        <p:txBody>
          <a:bodyPr/>
          <a:lstStyle/>
          <a:p>
            <a:endParaRPr lang="en-US"/>
          </a:p>
        </p:txBody>
      </p:sp>
    </p:spTree>
    <p:extLst>
      <p:ext uri="{BB962C8B-B14F-4D97-AF65-F5344CB8AC3E}">
        <p14:creationId xmlns:p14="http://schemas.microsoft.com/office/powerpoint/2010/main" val="248660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CE141-6131-7671-688F-D26F84A70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4E005F-822F-B808-EE28-3858508BEC82}"/>
              </a:ext>
            </a:extLst>
          </p:cNvPr>
          <p:cNvSpPr>
            <a:spLocks noGrp="1"/>
          </p:cNvSpPr>
          <p:nvPr>
            <p:ph type="title"/>
          </p:nvPr>
        </p:nvSpPr>
        <p:spPr>
          <a:xfrm>
            <a:off x="1143000" y="3200400"/>
            <a:ext cx="5029200" cy="2743200"/>
          </a:xfrm>
        </p:spPr>
        <p:txBody>
          <a:bodyPr lIns="0" anchor="t" anchorCtr="0"/>
          <a:lstStyle/>
          <a:p>
            <a:r>
              <a:rPr lang="en-US" b="0" dirty="0"/>
              <a:t>User documentation</a:t>
            </a:r>
            <a:endParaRPr lang="en-US" dirty="0"/>
          </a:p>
        </p:txBody>
      </p:sp>
      <p:sp>
        <p:nvSpPr>
          <p:cNvPr id="3" name="Text Placeholder 2">
            <a:extLst>
              <a:ext uri="{FF2B5EF4-FFF2-40B4-BE49-F238E27FC236}">
                <a16:creationId xmlns:a16="http://schemas.microsoft.com/office/drawing/2014/main" id="{259B7998-DBEE-1B08-06B2-21F239489492}"/>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D0489227-60E8-A58A-D6C0-D1752170F036}"/>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551655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0A3B-470F-D6B1-1821-FC876676DD8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AB33873-8F47-F63D-F151-0182D5A41758}"/>
              </a:ext>
            </a:extLst>
          </p:cNvPr>
          <p:cNvSpPr>
            <a:spLocks noGrp="1"/>
          </p:cNvSpPr>
          <p:nvPr>
            <p:ph type="title"/>
          </p:nvPr>
        </p:nvSpPr>
        <p:spPr>
          <a:xfrm>
            <a:off x="914400" y="731520"/>
            <a:ext cx="3931920" cy="2103120"/>
          </a:xfrm>
        </p:spPr>
        <p:txBody>
          <a:bodyPr anchor="b" anchorCtr="0"/>
          <a:lstStyle/>
          <a:p>
            <a:r>
              <a:rPr lang="en-US" altLang="zh-CN" dirty="0"/>
              <a:t>User documentation</a:t>
            </a:r>
            <a:endParaRPr lang="en-US" dirty="0"/>
          </a:p>
        </p:txBody>
      </p:sp>
      <p:sp>
        <p:nvSpPr>
          <p:cNvPr id="20" name="Text Placeholder 19">
            <a:extLst>
              <a:ext uri="{FF2B5EF4-FFF2-40B4-BE49-F238E27FC236}">
                <a16:creationId xmlns:a16="http://schemas.microsoft.com/office/drawing/2014/main" id="{2EB4AA1C-0217-F5D2-0DBE-614E194A21BB}"/>
              </a:ext>
            </a:extLst>
          </p:cNvPr>
          <p:cNvSpPr>
            <a:spLocks noGrp="1"/>
          </p:cNvSpPr>
          <p:nvPr>
            <p:ph idx="1"/>
          </p:nvPr>
        </p:nvSpPr>
        <p:spPr>
          <a:xfrm>
            <a:off x="914400" y="3108960"/>
            <a:ext cx="3931920" cy="2651760"/>
          </a:xfrm>
        </p:spPr>
        <p:txBody>
          <a:bodyPr>
            <a:normAutofit/>
          </a:bodyPr>
          <a:lstStyle/>
          <a:p>
            <a:pPr marL="0" indent="0">
              <a:buNone/>
            </a:pPr>
            <a:r>
              <a:rPr lang="en-US" dirty="0"/>
              <a:t>explains how the customer plans to use the system that you’ve created for them. User documentation doesn’t always need to be an actual document that users read</a:t>
            </a:r>
          </a:p>
        </p:txBody>
      </p:sp>
      <p:pic>
        <p:nvPicPr>
          <p:cNvPr id="12" name="Picture Placeholder 11" descr="Three people having a discussion at a table">
            <a:extLst>
              <a:ext uri="{FF2B5EF4-FFF2-40B4-BE49-F238E27FC236}">
                <a16:creationId xmlns:a16="http://schemas.microsoft.com/office/drawing/2014/main" id="{D4B43B11-90D2-106A-566F-8F544C8F1465}"/>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427F51A6-9207-E136-77D8-BC0249A4C87C}"/>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5E5D6C0B-97CB-781E-4E85-C8EFDE574263}"/>
              </a:ext>
            </a:extLst>
          </p:cNvPr>
          <p:cNvSpPr>
            <a:spLocks noGrp="1"/>
          </p:cNvSpPr>
          <p:nvPr>
            <p:ph type="sldNum" sz="quarter" idx="53"/>
          </p:nvPr>
        </p:nvSpPr>
        <p:spPr/>
        <p:txBody>
          <a:bodyPr/>
          <a:lstStyle/>
          <a:p>
            <a:fld id="{47FEACEE-25B4-4A2D-B147-27296E36371D}" type="slidenum">
              <a:rPr lang="en-US" altLang="zh-CN" noProof="0" smtClean="0"/>
              <a:pPr/>
              <a:t>13</a:t>
            </a:fld>
            <a:endParaRPr lang="en-US" altLang="zh-CN" noProof="0" dirty="0"/>
          </a:p>
        </p:txBody>
      </p:sp>
    </p:spTree>
    <p:extLst>
      <p:ext uri="{BB962C8B-B14F-4D97-AF65-F5344CB8AC3E}">
        <p14:creationId xmlns:p14="http://schemas.microsoft.com/office/powerpoint/2010/main" val="6523277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C7332-0B32-33C2-1A03-BDA92A33680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52DB5C-E461-977E-C08E-D4643AA823A9}"/>
              </a:ext>
            </a:extLst>
          </p:cNvPr>
          <p:cNvSpPr>
            <a:spLocks noGrp="1"/>
          </p:cNvSpPr>
          <p:nvPr>
            <p:ph type="title"/>
          </p:nvPr>
        </p:nvSpPr>
        <p:spPr>
          <a:xfrm>
            <a:off x="914400" y="731520"/>
            <a:ext cx="4663440" cy="1737360"/>
          </a:xfrm>
        </p:spPr>
        <p:txBody>
          <a:bodyPr/>
          <a:lstStyle/>
          <a:p>
            <a:r>
              <a:rPr lang="en-US" dirty="0"/>
              <a:t>Type of user documentation</a:t>
            </a:r>
          </a:p>
        </p:txBody>
      </p:sp>
      <p:graphicFrame>
        <p:nvGraphicFramePr>
          <p:cNvPr id="11" name="Table Placeholder 6" descr="A timeline of the product launch">
            <a:extLst>
              <a:ext uri="{FF2B5EF4-FFF2-40B4-BE49-F238E27FC236}">
                <a16:creationId xmlns:a16="http://schemas.microsoft.com/office/drawing/2014/main" id="{F7E9C9F1-169A-CADB-65A1-0B337FF25093}"/>
              </a:ext>
            </a:extLst>
          </p:cNvPr>
          <p:cNvGraphicFramePr>
            <a:graphicFrameLocks noGrp="1"/>
          </p:cNvGraphicFramePr>
          <p:nvPr>
            <p:ph idx="30"/>
            <p:extLst>
              <p:ext uri="{D42A27DB-BD31-4B8C-83A1-F6EECF244321}">
                <p14:modId xmlns:p14="http://schemas.microsoft.com/office/powerpoint/2010/main" val="259481173"/>
              </p:ext>
            </p:extLst>
          </p:nvPr>
        </p:nvGraphicFramePr>
        <p:xfrm>
          <a:off x="914400" y="2341563"/>
          <a:ext cx="8348663"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55C0546C-BAA9-BF91-9285-D0E9757F81B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44A6699D-CF9F-BFED-D06D-243A42A107A1}"/>
              </a:ext>
            </a:extLst>
          </p:cNvPr>
          <p:cNvSpPr>
            <a:spLocks noGrp="1"/>
          </p:cNvSpPr>
          <p:nvPr>
            <p:ph type="sldNum" sz="quarter" idx="29"/>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1211923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Mirjam Nilsson</a:t>
            </a:r>
          </a:p>
          <a:p>
            <a:pPr lvl="0"/>
            <a:r>
              <a:rPr lang="en-US" dirty="0"/>
              <a:t>mirjam@contoso.com</a:t>
            </a:r>
          </a:p>
          <a:p>
            <a:pPr lvl="0"/>
            <a:r>
              <a:rPr lang="en-US" dirty="0"/>
              <a:t>www.contoso.com</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53</TotalTime>
  <Words>334</Words>
  <Application>Microsoft Office PowerPoint</Application>
  <PresentationFormat>Widescreen</PresentationFormat>
  <Paragraphs>79</Paragraphs>
  <Slides>15</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等线</vt:lpstr>
      <vt:lpstr>Abadi</vt:lpstr>
      <vt:lpstr>Arial</vt:lpstr>
      <vt:lpstr>Calibri</vt:lpstr>
      <vt:lpstr>Posterama</vt:lpstr>
      <vt:lpstr>Posterama Text SemiBold</vt:lpstr>
      <vt:lpstr>Custom</vt:lpstr>
      <vt:lpstr>Document your Dynamics365 solution</vt:lpstr>
      <vt:lpstr>Agenda </vt:lpstr>
      <vt:lpstr>Document MS Dynamics365 Business Central</vt:lpstr>
      <vt:lpstr>WHY documentation requested </vt:lpstr>
      <vt:lpstr>System documentation</vt:lpstr>
      <vt:lpstr>Users of system documention</vt:lpstr>
      <vt:lpstr>System documentation</vt:lpstr>
      <vt:lpstr>User personas and user scenarios </vt:lpstr>
      <vt:lpstr>Solution architecture diagram</vt:lpstr>
      <vt:lpstr>Custom code</vt:lpstr>
      <vt:lpstr>Test plan</vt:lpstr>
      <vt:lpstr>User documentation</vt:lpstr>
      <vt:lpstr>User documentation</vt:lpstr>
      <vt:lpstr>Type of user documentation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3</cp:revision>
  <dcterms:created xsi:type="dcterms:W3CDTF">2026-05-18T13:07:38Z</dcterms:created>
  <dcterms:modified xsi:type="dcterms:W3CDTF">2026-06-03T07:57:48Z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