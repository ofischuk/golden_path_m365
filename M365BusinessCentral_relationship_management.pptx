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5"/>
  </p:notesMasterIdLst>
  <p:handoutMasterIdLst>
    <p:handoutMasterId r:id="rId16"/>
  </p:handoutMasterIdLst>
  <p:sldIdLst>
    <p:sldId id="292" r:id="rId5"/>
    <p:sldId id="299" r:id="rId6"/>
    <p:sldId id="297" r:id="rId7"/>
    <p:sldId id="261" r:id="rId8"/>
    <p:sldId id="298" r:id="rId9"/>
    <p:sldId id="279" r:id="rId10"/>
    <p:sldId id="276" r:id="rId11"/>
    <p:sldId id="306" r:id="rId12"/>
    <p:sldId id="307" r:id="rId13"/>
    <p:sldId id="289"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839" autoAdjust="0"/>
  </p:normalViewPr>
  <p:slideViewPr>
    <p:cSldViewPr snapToGrid="0" showGuides="1">
      <p:cViewPr varScale="1">
        <p:scale>
          <a:sx n="78" d="100"/>
          <a:sy n="78" d="100"/>
        </p:scale>
        <p:origin x="878" y="67"/>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6480AC-C0DE-4E5E-9ECD-9AE37E3FCB79}" type="doc">
      <dgm:prSet loTypeId="urn:microsoft.com/office/officeart/2016/7/layout/BasicTimeline" loCatId="timeline" qsTypeId="urn:microsoft.com/office/officeart/2005/8/quickstyle/simple1" qsCatId="simple" csTypeId="urn:microsoft.com/office/officeart/2005/8/colors/accent2_2" csCatId="accent2" phldr="1"/>
      <dgm:spPr/>
      <dgm:t>
        <a:bodyPr/>
        <a:lstStyle/>
        <a:p>
          <a:endParaRPr lang="en-US"/>
        </a:p>
      </dgm:t>
    </dgm:pt>
    <dgm:pt modelId="{A8C03FBB-4A75-4460-AEA6-DEAEB9C61496}">
      <dgm:prSet phldrT="[Text]" phldr="0"/>
      <dgm:spPr/>
      <dgm:t>
        <a:bodyPr/>
        <a:lstStyle/>
        <a:p>
          <a:pPr>
            <a:defRPr b="1"/>
          </a:pPr>
          <a:r>
            <a:rPr lang="en-US" dirty="0">
              <a:solidFill>
                <a:schemeClr val="accent2">
                  <a:lumMod val="60000"/>
                  <a:lumOff val="40000"/>
                </a:schemeClr>
              </a:solidFill>
              <a:latin typeface="+mn-lt"/>
            </a:rPr>
            <a:t>Step 1</a:t>
          </a:r>
        </a:p>
      </dgm:t>
    </dgm:pt>
    <dgm:pt modelId="{4E972F7F-4B1B-47AA-A25B-1FFC561F1C76}" type="parTrans" cxnId="{D3D81948-D963-4D1E-AE16-9705EAF510FC}">
      <dgm:prSet/>
      <dgm:spPr/>
      <dgm:t>
        <a:bodyPr/>
        <a:lstStyle/>
        <a:p>
          <a:pPr algn="ctr"/>
          <a:endParaRPr lang="en-US">
            <a:latin typeface="+mn-lt"/>
          </a:endParaRPr>
        </a:p>
      </dgm:t>
    </dgm:pt>
    <dgm:pt modelId="{67361508-930A-4A23-8CFC-BB56DA645C3C}" type="sibTrans" cxnId="{D3D81948-D963-4D1E-AE16-9705EAF510FC}">
      <dgm:prSet/>
      <dgm:spPr/>
      <dgm:t>
        <a:bodyPr/>
        <a:lstStyle/>
        <a:p>
          <a:pPr algn="ctr"/>
          <a:endParaRPr lang="en-US">
            <a:latin typeface="+mn-lt"/>
          </a:endParaRPr>
        </a:p>
      </dgm:t>
    </dgm:pt>
    <dgm:pt modelId="{5E71F362-34DF-4EEC-92A3-0EFE450E05E4}">
      <dgm:prSet phldrT="[Text]" phldr="0" custT="1"/>
      <dgm:spPr/>
      <dgm:t>
        <a:bodyPr/>
        <a:lstStyle/>
        <a:p>
          <a:pPr algn="ctr"/>
          <a:r>
            <a:rPr lang="en-US" sz="1800" dirty="0">
              <a:latin typeface="+mn-lt"/>
            </a:rPr>
            <a:t>Contacts</a:t>
          </a:r>
        </a:p>
      </dgm:t>
    </dgm:pt>
    <dgm:pt modelId="{8E5EE4D1-908E-455C-B8B3-281AD42DEC9A}" type="parTrans" cxnId="{B99CA6C9-28D1-4DDB-B8EC-AED73AD115CA}">
      <dgm:prSet/>
      <dgm:spPr/>
      <dgm:t>
        <a:bodyPr/>
        <a:lstStyle/>
        <a:p>
          <a:pPr algn="ctr"/>
          <a:endParaRPr lang="en-US">
            <a:latin typeface="+mn-lt"/>
          </a:endParaRPr>
        </a:p>
      </dgm:t>
    </dgm:pt>
    <dgm:pt modelId="{B208B24A-E9FD-40A9-B764-FB7C2B7ED8B9}" type="sibTrans" cxnId="{B99CA6C9-28D1-4DDB-B8EC-AED73AD115CA}">
      <dgm:prSet/>
      <dgm:spPr/>
      <dgm:t>
        <a:bodyPr/>
        <a:lstStyle/>
        <a:p>
          <a:pPr algn="ctr"/>
          <a:endParaRPr lang="en-US">
            <a:latin typeface="+mn-lt"/>
          </a:endParaRPr>
        </a:p>
      </dgm:t>
    </dgm:pt>
    <dgm:pt modelId="{91969DED-4CB8-4A14-A50B-3F7B848E46B5}">
      <dgm:prSet phldrT="[Text]" phldr="0"/>
      <dgm:spPr/>
      <dgm:t>
        <a:bodyPr/>
        <a:lstStyle/>
        <a:p>
          <a:pPr>
            <a:defRPr b="1"/>
          </a:pPr>
          <a:r>
            <a:rPr lang="en-US" dirty="0">
              <a:solidFill>
                <a:schemeClr val="accent2">
                  <a:lumMod val="60000"/>
                  <a:lumOff val="40000"/>
                </a:schemeClr>
              </a:solidFill>
              <a:latin typeface="+mn-lt"/>
            </a:rPr>
            <a:t>Step 2</a:t>
          </a:r>
        </a:p>
      </dgm:t>
    </dgm:pt>
    <dgm:pt modelId="{441CD73D-85E1-42A6-BCF8-362A3247E2F3}" type="parTrans" cxnId="{537F2ED0-8BD0-4AD5-B60D-89B660EDA1AC}">
      <dgm:prSet/>
      <dgm:spPr/>
      <dgm:t>
        <a:bodyPr/>
        <a:lstStyle/>
        <a:p>
          <a:pPr algn="ctr"/>
          <a:endParaRPr lang="en-US">
            <a:latin typeface="+mn-lt"/>
          </a:endParaRPr>
        </a:p>
      </dgm:t>
    </dgm:pt>
    <dgm:pt modelId="{81CA8AA2-C0C3-4381-BA8B-413EDD578B83}" type="sibTrans" cxnId="{537F2ED0-8BD0-4AD5-B60D-89B660EDA1AC}">
      <dgm:prSet/>
      <dgm:spPr/>
      <dgm:t>
        <a:bodyPr/>
        <a:lstStyle/>
        <a:p>
          <a:pPr algn="ctr"/>
          <a:endParaRPr lang="en-US">
            <a:latin typeface="+mn-lt"/>
          </a:endParaRPr>
        </a:p>
      </dgm:t>
    </dgm:pt>
    <dgm:pt modelId="{8A04F340-E8E1-4146-9905-E7ADCAEAABD7}">
      <dgm:prSet phldrT="[Text]" phldr="0" custT="1"/>
      <dgm:spPr/>
      <dgm:t>
        <a:bodyPr/>
        <a:lstStyle/>
        <a:p>
          <a:pPr algn="ctr"/>
          <a:r>
            <a:rPr lang="en-US" sz="1800" b="0" i="0" dirty="0" err="1"/>
            <a:t>Campaings</a:t>
          </a:r>
          <a:endParaRPr lang="en-US" sz="1800" b="0" dirty="0">
            <a:latin typeface="+mn-lt"/>
          </a:endParaRPr>
        </a:p>
      </dgm:t>
    </dgm:pt>
    <dgm:pt modelId="{4EBD5EC2-45ED-4ED6-8376-97D155A911AE}" type="parTrans" cxnId="{E636BFFB-0404-4D4B-B3F0-C64FDFD9DDEF}">
      <dgm:prSet/>
      <dgm:spPr/>
      <dgm:t>
        <a:bodyPr/>
        <a:lstStyle/>
        <a:p>
          <a:pPr algn="ctr"/>
          <a:endParaRPr lang="en-US">
            <a:latin typeface="+mn-lt"/>
          </a:endParaRPr>
        </a:p>
      </dgm:t>
    </dgm:pt>
    <dgm:pt modelId="{F9CD2A04-6A34-4104-A971-391788B88F55}" type="sibTrans" cxnId="{E636BFFB-0404-4D4B-B3F0-C64FDFD9DDEF}">
      <dgm:prSet/>
      <dgm:spPr/>
      <dgm:t>
        <a:bodyPr/>
        <a:lstStyle/>
        <a:p>
          <a:pPr algn="ctr"/>
          <a:endParaRPr lang="en-US">
            <a:latin typeface="+mn-lt"/>
          </a:endParaRPr>
        </a:p>
      </dgm:t>
    </dgm:pt>
    <dgm:pt modelId="{3CC73758-10C1-47F8-AFA7-1A986D4DDD60}">
      <dgm:prSet phldrT="[Text]" phldr="0"/>
      <dgm:spPr/>
      <dgm:t>
        <a:bodyPr/>
        <a:lstStyle/>
        <a:p>
          <a:pPr>
            <a:defRPr b="1"/>
          </a:pPr>
          <a:r>
            <a:rPr lang="en-US" dirty="0">
              <a:solidFill>
                <a:schemeClr val="accent2">
                  <a:lumMod val="60000"/>
                  <a:lumOff val="40000"/>
                </a:schemeClr>
              </a:solidFill>
              <a:latin typeface="+mn-lt"/>
            </a:rPr>
            <a:t>Step 3</a:t>
          </a:r>
        </a:p>
      </dgm:t>
    </dgm:pt>
    <dgm:pt modelId="{FF6AE4B6-4A2F-49EE-9316-9AF55E77838B}" type="parTrans" cxnId="{4A69F85D-5C15-48FD-893A-B3050E1BADEB}">
      <dgm:prSet/>
      <dgm:spPr/>
      <dgm:t>
        <a:bodyPr/>
        <a:lstStyle/>
        <a:p>
          <a:pPr algn="ctr"/>
          <a:endParaRPr lang="en-US">
            <a:latin typeface="+mn-lt"/>
          </a:endParaRPr>
        </a:p>
      </dgm:t>
    </dgm:pt>
    <dgm:pt modelId="{D8170BBA-6035-4773-8431-FEDD687647FF}" type="sibTrans" cxnId="{4A69F85D-5C15-48FD-893A-B3050E1BADEB}">
      <dgm:prSet/>
      <dgm:spPr/>
      <dgm:t>
        <a:bodyPr/>
        <a:lstStyle/>
        <a:p>
          <a:pPr algn="ctr"/>
          <a:endParaRPr lang="en-US">
            <a:latin typeface="+mn-lt"/>
          </a:endParaRPr>
        </a:p>
      </dgm:t>
    </dgm:pt>
    <dgm:pt modelId="{FD9CA14A-483C-4869-B0C1-7C5FB7EEDBCC}">
      <dgm:prSet phldrT="[Text]" phldr="0" custT="1"/>
      <dgm:spPr/>
      <dgm:t>
        <a:bodyPr/>
        <a:lstStyle/>
        <a:p>
          <a:pPr algn="ctr"/>
          <a:r>
            <a:rPr lang="en-US" sz="1800" dirty="0">
              <a:latin typeface="+mn-lt"/>
            </a:rPr>
            <a:t> Interactions</a:t>
          </a:r>
        </a:p>
      </dgm:t>
    </dgm:pt>
    <dgm:pt modelId="{8182A92F-45BA-4CD1-8E43-0B0810A50FEB}" type="parTrans" cxnId="{5EDA943F-300F-408A-A52E-3D5140FD5C22}">
      <dgm:prSet/>
      <dgm:spPr/>
      <dgm:t>
        <a:bodyPr/>
        <a:lstStyle/>
        <a:p>
          <a:pPr algn="ctr"/>
          <a:endParaRPr lang="en-US">
            <a:latin typeface="+mn-lt"/>
          </a:endParaRPr>
        </a:p>
      </dgm:t>
    </dgm:pt>
    <dgm:pt modelId="{914BB93C-EA8A-4B5B-8F06-30DA7C7F4B7B}" type="sibTrans" cxnId="{5EDA943F-300F-408A-A52E-3D5140FD5C22}">
      <dgm:prSet/>
      <dgm:spPr/>
      <dgm:t>
        <a:bodyPr/>
        <a:lstStyle/>
        <a:p>
          <a:pPr algn="ctr"/>
          <a:endParaRPr lang="en-US">
            <a:latin typeface="+mn-lt"/>
          </a:endParaRPr>
        </a:p>
      </dgm:t>
    </dgm:pt>
    <dgm:pt modelId="{9FFA803F-EA25-49D8-A073-96E9747E345F}" type="pres">
      <dgm:prSet presAssocID="{A66480AC-C0DE-4E5E-9ECD-9AE37E3FCB79}" presName="root" presStyleCnt="0">
        <dgm:presLayoutVars>
          <dgm:chMax/>
          <dgm:chPref/>
          <dgm:animLvl val="lvl"/>
        </dgm:presLayoutVars>
      </dgm:prSet>
      <dgm:spPr/>
    </dgm:pt>
    <dgm:pt modelId="{EE0E6265-BE99-48D1-8879-DB5A75D6D78E}" type="pres">
      <dgm:prSet presAssocID="{A66480AC-C0DE-4E5E-9ECD-9AE37E3FCB79}" presName="divider" presStyleLbl="fgAccFollowNode1" presStyleIdx="0" presStyleCnt="1"/>
      <dgm:spPr>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gm:spPr>
    </dgm:pt>
    <dgm:pt modelId="{BDA8F949-88B8-486D-9E41-ABA1463A8926}" type="pres">
      <dgm:prSet presAssocID="{A66480AC-C0DE-4E5E-9ECD-9AE37E3FCB79}" presName="nodes" presStyleCnt="0">
        <dgm:presLayoutVars>
          <dgm:chMax/>
          <dgm:chPref/>
          <dgm:animLvl val="lvl"/>
        </dgm:presLayoutVars>
      </dgm:prSet>
      <dgm:spPr/>
    </dgm:pt>
    <dgm:pt modelId="{A41AEE8D-8763-4311-BB07-B499A93D76EA}" type="pres">
      <dgm:prSet presAssocID="{A8C03FBB-4A75-4460-AEA6-DEAEB9C61496}" presName="composite" presStyleCnt="0"/>
      <dgm:spPr/>
    </dgm:pt>
    <dgm:pt modelId="{FE5C7F33-9326-49FB-89A3-8A20163AD994}" type="pres">
      <dgm:prSet presAssocID="{A8C03FBB-4A75-4460-AEA6-DEAEB9C61496}" presName="L1TextContainer" presStyleLbl="revTx" presStyleIdx="0" presStyleCnt="3">
        <dgm:presLayoutVars>
          <dgm:chMax val="1"/>
          <dgm:chPref val="1"/>
          <dgm:bulletEnabled val="1"/>
        </dgm:presLayoutVars>
      </dgm:prSet>
      <dgm:spPr/>
    </dgm:pt>
    <dgm:pt modelId="{C51067AB-548D-47E7-B9DD-C7A4C9600F8C}" type="pres">
      <dgm:prSet presAssocID="{A8C03FBB-4A75-4460-AEA6-DEAEB9C61496}" presName="L2TextContainerWrapper" presStyleCnt="0">
        <dgm:presLayoutVars>
          <dgm:chMax val="0"/>
          <dgm:chPref val="0"/>
          <dgm:bulletEnabled val="1"/>
        </dgm:presLayoutVars>
      </dgm:prSet>
      <dgm:spPr/>
    </dgm:pt>
    <dgm:pt modelId="{BA29120C-7C6B-4F62-9079-4AD528BC0744}" type="pres">
      <dgm:prSet presAssocID="{A8C03FBB-4A75-4460-AEA6-DEAEB9C61496}" presName="L2TextContainer" presStyleLbl="bgAcc1" presStyleIdx="0" presStyleCnt="3"/>
      <dgm:spPr/>
    </dgm:pt>
    <dgm:pt modelId="{617B6CDA-9351-44EF-9011-41758FE93851}" type="pres">
      <dgm:prSet presAssocID="{A8C03FBB-4A75-4460-AEA6-DEAEB9C61496}" presName="FlexibleEmptyPlaceHolder" presStyleCnt="0"/>
      <dgm:spPr/>
    </dgm:pt>
    <dgm:pt modelId="{A95DB80B-444A-4D69-B205-3A801BB8524A}" type="pres">
      <dgm:prSet presAssocID="{A8C03FBB-4A75-4460-AEA6-DEAEB9C61496}" presName="ConnectLine" presStyleLbl="sibTrans1D1" presStyleIdx="0" presStyleCnt="3"/>
      <dgm:spPr>
        <a:noFill/>
        <a:ln w="6350" cap="flat" cmpd="sng" algn="ctr">
          <a:solidFill>
            <a:schemeClr val="accent2">
              <a:hueOff val="0"/>
              <a:satOff val="0"/>
              <a:lumOff val="0"/>
              <a:alphaOff val="0"/>
            </a:schemeClr>
          </a:solidFill>
          <a:prstDash val="dash"/>
          <a:miter lim="800000"/>
        </a:ln>
        <a:effectLst/>
      </dgm:spPr>
    </dgm:pt>
    <dgm:pt modelId="{FA19A0AA-8B0B-4AA8-A80D-08CFFDD3F112}" type="pres">
      <dgm:prSet presAssocID="{A8C03FBB-4A75-4460-AEA6-DEAEB9C61496}" presName="ConnectorPoint" presStyleLbl="alignNode1" presStyleIdx="0" presStyleCnt="3"/>
      <dgm:spPr/>
    </dgm:pt>
    <dgm:pt modelId="{C298CC98-EF08-4D23-94A2-F58DEE6D7DE4}" type="pres">
      <dgm:prSet presAssocID="{A8C03FBB-4A75-4460-AEA6-DEAEB9C61496}" presName="EmptyPlaceHolder" presStyleCnt="0"/>
      <dgm:spPr/>
    </dgm:pt>
    <dgm:pt modelId="{F3D981F8-7433-4E93-99E6-2B447306B973}" type="pres">
      <dgm:prSet presAssocID="{67361508-930A-4A23-8CFC-BB56DA645C3C}" presName="spaceBetweenRectangles" presStyleCnt="0"/>
      <dgm:spPr/>
    </dgm:pt>
    <dgm:pt modelId="{7D29DFA7-018B-45C9-AC1C-5CFC82FEE150}" type="pres">
      <dgm:prSet presAssocID="{91969DED-4CB8-4A14-A50B-3F7B848E46B5}" presName="composite" presStyleCnt="0"/>
      <dgm:spPr/>
    </dgm:pt>
    <dgm:pt modelId="{60D0713D-AF69-4AF8-B071-F65622790886}" type="pres">
      <dgm:prSet presAssocID="{91969DED-4CB8-4A14-A50B-3F7B848E46B5}" presName="L1TextContainer" presStyleLbl="revTx" presStyleIdx="1" presStyleCnt="3">
        <dgm:presLayoutVars>
          <dgm:chMax val="1"/>
          <dgm:chPref val="1"/>
          <dgm:bulletEnabled val="1"/>
        </dgm:presLayoutVars>
      </dgm:prSet>
      <dgm:spPr/>
    </dgm:pt>
    <dgm:pt modelId="{5DAA1547-FEA7-4F69-96D3-0E3A07601B1E}" type="pres">
      <dgm:prSet presAssocID="{91969DED-4CB8-4A14-A50B-3F7B848E46B5}" presName="L2TextContainerWrapper" presStyleCnt="0">
        <dgm:presLayoutVars>
          <dgm:chMax val="0"/>
          <dgm:chPref val="0"/>
          <dgm:bulletEnabled val="1"/>
        </dgm:presLayoutVars>
      </dgm:prSet>
      <dgm:spPr/>
    </dgm:pt>
    <dgm:pt modelId="{DADAA0C9-3E42-4088-8622-30E9F6EA139A}" type="pres">
      <dgm:prSet presAssocID="{91969DED-4CB8-4A14-A50B-3F7B848E46B5}" presName="L2TextContainer" presStyleLbl="bgAcc1" presStyleIdx="1" presStyleCnt="3"/>
      <dgm:spPr/>
    </dgm:pt>
    <dgm:pt modelId="{D2E61EE0-F306-43AF-AFF9-74A14B9CF379}" type="pres">
      <dgm:prSet presAssocID="{91969DED-4CB8-4A14-A50B-3F7B848E46B5}" presName="FlexibleEmptyPlaceHolder" presStyleCnt="0"/>
      <dgm:spPr/>
    </dgm:pt>
    <dgm:pt modelId="{DBD74D6B-057A-432C-9067-BF618C19EB2A}" type="pres">
      <dgm:prSet presAssocID="{91969DED-4CB8-4A14-A50B-3F7B848E46B5}" presName="ConnectLine" presStyleLbl="sibTrans1D1" presStyleIdx="1" presStyleCnt="3"/>
      <dgm:spPr>
        <a:noFill/>
        <a:ln w="6350" cap="flat" cmpd="sng" algn="ctr">
          <a:solidFill>
            <a:schemeClr val="accent2">
              <a:hueOff val="0"/>
              <a:satOff val="0"/>
              <a:lumOff val="0"/>
              <a:alphaOff val="0"/>
            </a:schemeClr>
          </a:solidFill>
          <a:prstDash val="dash"/>
          <a:miter lim="800000"/>
        </a:ln>
        <a:effectLst/>
      </dgm:spPr>
    </dgm:pt>
    <dgm:pt modelId="{0F979253-FD39-4920-BFCA-78C564B167EA}" type="pres">
      <dgm:prSet presAssocID="{91969DED-4CB8-4A14-A50B-3F7B848E46B5}" presName="ConnectorPoint" presStyleLbl="alignNode1" presStyleIdx="1" presStyleCnt="3"/>
      <dgm:spPr/>
    </dgm:pt>
    <dgm:pt modelId="{C9B4B298-E04C-4317-856D-E345FE5EC64B}" type="pres">
      <dgm:prSet presAssocID="{91969DED-4CB8-4A14-A50B-3F7B848E46B5}" presName="EmptyPlaceHolder" presStyleCnt="0"/>
      <dgm:spPr/>
    </dgm:pt>
    <dgm:pt modelId="{9B636147-AF19-40E0-BE7D-3BE8148CC024}" type="pres">
      <dgm:prSet presAssocID="{81CA8AA2-C0C3-4381-BA8B-413EDD578B83}" presName="spaceBetweenRectangles" presStyleCnt="0"/>
      <dgm:spPr/>
    </dgm:pt>
    <dgm:pt modelId="{76CB18D4-86E2-467C-A2CF-3ED9EFE66BEA}" type="pres">
      <dgm:prSet presAssocID="{3CC73758-10C1-47F8-AFA7-1A986D4DDD60}" presName="composite" presStyleCnt="0"/>
      <dgm:spPr/>
    </dgm:pt>
    <dgm:pt modelId="{E712D073-0B15-4887-9DCE-A27BCACBC178}" type="pres">
      <dgm:prSet presAssocID="{3CC73758-10C1-47F8-AFA7-1A986D4DDD60}" presName="L1TextContainer" presStyleLbl="revTx" presStyleIdx="2" presStyleCnt="3">
        <dgm:presLayoutVars>
          <dgm:chMax val="1"/>
          <dgm:chPref val="1"/>
          <dgm:bulletEnabled val="1"/>
        </dgm:presLayoutVars>
      </dgm:prSet>
      <dgm:spPr/>
    </dgm:pt>
    <dgm:pt modelId="{4C57E835-21E8-44E9-8CE3-1E2D478ECB2B}" type="pres">
      <dgm:prSet presAssocID="{3CC73758-10C1-47F8-AFA7-1A986D4DDD60}" presName="L2TextContainerWrapper" presStyleCnt="0">
        <dgm:presLayoutVars>
          <dgm:chMax val="0"/>
          <dgm:chPref val="0"/>
          <dgm:bulletEnabled val="1"/>
        </dgm:presLayoutVars>
      </dgm:prSet>
      <dgm:spPr/>
    </dgm:pt>
    <dgm:pt modelId="{E0D48281-565D-47A3-9B6C-576231178549}" type="pres">
      <dgm:prSet presAssocID="{3CC73758-10C1-47F8-AFA7-1A986D4DDD60}" presName="L2TextContainer" presStyleLbl="bgAcc1" presStyleIdx="2" presStyleCnt="3"/>
      <dgm:spPr/>
    </dgm:pt>
    <dgm:pt modelId="{E0365E95-CAD6-4660-956D-E490447A5CB4}" type="pres">
      <dgm:prSet presAssocID="{3CC73758-10C1-47F8-AFA7-1A986D4DDD60}" presName="FlexibleEmptyPlaceHolder" presStyleCnt="0"/>
      <dgm:spPr/>
    </dgm:pt>
    <dgm:pt modelId="{DCAE8A46-752C-4E82-84CE-E790E1F2918E}" type="pres">
      <dgm:prSet presAssocID="{3CC73758-10C1-47F8-AFA7-1A986D4DDD60}" presName="ConnectLine" presStyleLbl="sibTrans1D1" presStyleIdx="2" presStyleCnt="3"/>
      <dgm:spPr>
        <a:noFill/>
        <a:ln w="6350" cap="flat" cmpd="sng" algn="ctr">
          <a:solidFill>
            <a:schemeClr val="accent2">
              <a:hueOff val="0"/>
              <a:satOff val="0"/>
              <a:lumOff val="0"/>
              <a:alphaOff val="0"/>
            </a:schemeClr>
          </a:solidFill>
          <a:prstDash val="dash"/>
          <a:miter lim="800000"/>
        </a:ln>
        <a:effectLst/>
      </dgm:spPr>
    </dgm:pt>
    <dgm:pt modelId="{B6459BF8-D2C3-4018-9C28-98667DC203F4}" type="pres">
      <dgm:prSet presAssocID="{3CC73758-10C1-47F8-AFA7-1A986D4DDD60}" presName="ConnectorPoint" presStyleLbl="alignNode1" presStyleIdx="2" presStyleCnt="3"/>
      <dgm:spPr/>
    </dgm:pt>
    <dgm:pt modelId="{EAB0CCC2-BFF9-432D-BA8E-7ECAF2D92AF2}" type="pres">
      <dgm:prSet presAssocID="{3CC73758-10C1-47F8-AFA7-1A986D4DDD60}" presName="EmptyPlaceHolder" presStyleCnt="0"/>
      <dgm:spPr/>
    </dgm:pt>
  </dgm:ptLst>
  <dgm:cxnLst>
    <dgm:cxn modelId="{64516513-C9B3-4B52-A434-6178ACAB3599}" type="presOf" srcId="{91969DED-4CB8-4A14-A50B-3F7B848E46B5}" destId="{60D0713D-AF69-4AF8-B071-F65622790886}" srcOrd="0" destOrd="0" presId="urn:microsoft.com/office/officeart/2016/7/layout/BasicTimeline"/>
    <dgm:cxn modelId="{5EDA943F-300F-408A-A52E-3D5140FD5C22}" srcId="{3CC73758-10C1-47F8-AFA7-1A986D4DDD60}" destId="{FD9CA14A-483C-4869-B0C1-7C5FB7EEDBCC}" srcOrd="0" destOrd="0" parTransId="{8182A92F-45BA-4CD1-8E43-0B0810A50FEB}" sibTransId="{914BB93C-EA8A-4B5B-8F06-30DA7C7F4B7B}"/>
    <dgm:cxn modelId="{4A69F85D-5C15-48FD-893A-B3050E1BADEB}" srcId="{A66480AC-C0DE-4E5E-9ECD-9AE37E3FCB79}" destId="{3CC73758-10C1-47F8-AFA7-1A986D4DDD60}" srcOrd="2" destOrd="0" parTransId="{FF6AE4B6-4A2F-49EE-9316-9AF55E77838B}" sibTransId="{D8170BBA-6035-4773-8431-FEDD687647FF}"/>
    <dgm:cxn modelId="{D3D81948-D963-4D1E-AE16-9705EAF510FC}" srcId="{A66480AC-C0DE-4E5E-9ECD-9AE37E3FCB79}" destId="{A8C03FBB-4A75-4460-AEA6-DEAEB9C61496}" srcOrd="0" destOrd="0" parTransId="{4E972F7F-4B1B-47AA-A25B-1FFC561F1C76}" sibTransId="{67361508-930A-4A23-8CFC-BB56DA645C3C}"/>
    <dgm:cxn modelId="{41643976-DEF5-44B7-B9E7-888F3AEFC45F}" type="presOf" srcId="{3CC73758-10C1-47F8-AFA7-1A986D4DDD60}" destId="{E712D073-0B15-4887-9DCE-A27BCACBC178}" srcOrd="0" destOrd="0" presId="urn:microsoft.com/office/officeart/2016/7/layout/BasicTimeline"/>
    <dgm:cxn modelId="{E5C7B693-D4EE-4A4E-97D1-4621CA0D3E91}" type="presOf" srcId="{A8C03FBB-4A75-4460-AEA6-DEAEB9C61496}" destId="{FE5C7F33-9326-49FB-89A3-8A20163AD994}" srcOrd="0" destOrd="0" presId="urn:microsoft.com/office/officeart/2016/7/layout/BasicTimeline"/>
    <dgm:cxn modelId="{4CE397A6-DB48-4AAE-BCFB-3D992789379D}" type="presOf" srcId="{5E71F362-34DF-4EEC-92A3-0EFE450E05E4}" destId="{BA29120C-7C6B-4F62-9079-4AD528BC0744}" srcOrd="0" destOrd="0" presId="urn:microsoft.com/office/officeart/2016/7/layout/BasicTimeline"/>
    <dgm:cxn modelId="{B99CA6C9-28D1-4DDB-B8EC-AED73AD115CA}" srcId="{A8C03FBB-4A75-4460-AEA6-DEAEB9C61496}" destId="{5E71F362-34DF-4EEC-92A3-0EFE450E05E4}" srcOrd="0" destOrd="0" parTransId="{8E5EE4D1-908E-455C-B8B3-281AD42DEC9A}" sibTransId="{B208B24A-E9FD-40A9-B764-FB7C2B7ED8B9}"/>
    <dgm:cxn modelId="{537F2ED0-8BD0-4AD5-B60D-89B660EDA1AC}" srcId="{A66480AC-C0DE-4E5E-9ECD-9AE37E3FCB79}" destId="{91969DED-4CB8-4A14-A50B-3F7B848E46B5}" srcOrd="1" destOrd="0" parTransId="{441CD73D-85E1-42A6-BCF8-362A3247E2F3}" sibTransId="{81CA8AA2-C0C3-4381-BA8B-413EDD578B83}"/>
    <dgm:cxn modelId="{403E30EA-CA23-4A5A-9D22-DF82F93CFF08}" type="presOf" srcId="{A66480AC-C0DE-4E5E-9ECD-9AE37E3FCB79}" destId="{9FFA803F-EA25-49D8-A073-96E9747E345F}" srcOrd="0" destOrd="0" presId="urn:microsoft.com/office/officeart/2016/7/layout/BasicTimeline"/>
    <dgm:cxn modelId="{252B4FF4-6466-43C7-8436-08B55881B5BC}" type="presOf" srcId="{FD9CA14A-483C-4869-B0C1-7C5FB7EEDBCC}" destId="{E0D48281-565D-47A3-9B6C-576231178549}" srcOrd="0" destOrd="0" presId="urn:microsoft.com/office/officeart/2016/7/layout/BasicTimeline"/>
    <dgm:cxn modelId="{9488AFF6-9066-454E-B3C3-57C8BC68F549}" type="presOf" srcId="{8A04F340-E8E1-4146-9905-E7ADCAEAABD7}" destId="{DADAA0C9-3E42-4088-8622-30E9F6EA139A}" srcOrd="0" destOrd="0" presId="urn:microsoft.com/office/officeart/2016/7/layout/BasicTimeline"/>
    <dgm:cxn modelId="{E636BFFB-0404-4D4B-B3F0-C64FDFD9DDEF}" srcId="{91969DED-4CB8-4A14-A50B-3F7B848E46B5}" destId="{8A04F340-E8E1-4146-9905-E7ADCAEAABD7}" srcOrd="0" destOrd="0" parTransId="{4EBD5EC2-45ED-4ED6-8376-97D155A911AE}" sibTransId="{F9CD2A04-6A34-4104-A971-391788B88F55}"/>
    <dgm:cxn modelId="{9C5E351C-4F83-42C9-8766-363923817116}" type="presParOf" srcId="{9FFA803F-EA25-49D8-A073-96E9747E345F}" destId="{EE0E6265-BE99-48D1-8879-DB5A75D6D78E}" srcOrd="0" destOrd="0" presId="urn:microsoft.com/office/officeart/2016/7/layout/BasicTimeline"/>
    <dgm:cxn modelId="{F4A239D2-791C-4FA7-8885-B0E1A7FEAC48}" type="presParOf" srcId="{9FFA803F-EA25-49D8-A073-96E9747E345F}" destId="{BDA8F949-88B8-486D-9E41-ABA1463A8926}" srcOrd="1" destOrd="0" presId="urn:microsoft.com/office/officeart/2016/7/layout/BasicTimeline"/>
    <dgm:cxn modelId="{14D4DBE1-C56F-48BE-A66B-2B0E85E7B755}" type="presParOf" srcId="{BDA8F949-88B8-486D-9E41-ABA1463A8926}" destId="{A41AEE8D-8763-4311-BB07-B499A93D76EA}" srcOrd="0" destOrd="0" presId="urn:microsoft.com/office/officeart/2016/7/layout/BasicTimeline"/>
    <dgm:cxn modelId="{2868F0B4-2D8C-4E60-A800-D7753FFE1445}" type="presParOf" srcId="{A41AEE8D-8763-4311-BB07-B499A93D76EA}" destId="{FE5C7F33-9326-49FB-89A3-8A20163AD994}" srcOrd="0" destOrd="0" presId="urn:microsoft.com/office/officeart/2016/7/layout/BasicTimeline"/>
    <dgm:cxn modelId="{6F72394A-7E16-45AE-B5C9-6D1224450F0E}" type="presParOf" srcId="{A41AEE8D-8763-4311-BB07-B499A93D76EA}" destId="{C51067AB-548D-47E7-B9DD-C7A4C9600F8C}" srcOrd="1" destOrd="0" presId="urn:microsoft.com/office/officeart/2016/7/layout/BasicTimeline"/>
    <dgm:cxn modelId="{2BF023E2-BD82-4543-9797-FF9FAF55B2A5}" type="presParOf" srcId="{C51067AB-548D-47E7-B9DD-C7A4C9600F8C}" destId="{BA29120C-7C6B-4F62-9079-4AD528BC0744}" srcOrd="0" destOrd="0" presId="urn:microsoft.com/office/officeart/2016/7/layout/BasicTimeline"/>
    <dgm:cxn modelId="{2E1DF8FC-1E3D-407B-8B7F-074787FD4D73}" type="presParOf" srcId="{C51067AB-548D-47E7-B9DD-C7A4C9600F8C}" destId="{617B6CDA-9351-44EF-9011-41758FE93851}" srcOrd="1" destOrd="0" presId="urn:microsoft.com/office/officeart/2016/7/layout/BasicTimeline"/>
    <dgm:cxn modelId="{4C3C8707-33EB-4053-85D9-0C1CF04E32CD}" type="presParOf" srcId="{A41AEE8D-8763-4311-BB07-B499A93D76EA}" destId="{A95DB80B-444A-4D69-B205-3A801BB8524A}" srcOrd="2" destOrd="0" presId="urn:microsoft.com/office/officeart/2016/7/layout/BasicTimeline"/>
    <dgm:cxn modelId="{1FE3BD8D-0AF3-46A6-AB51-EDAEC9EB4D89}" type="presParOf" srcId="{A41AEE8D-8763-4311-BB07-B499A93D76EA}" destId="{FA19A0AA-8B0B-4AA8-A80D-08CFFDD3F112}" srcOrd="3" destOrd="0" presId="urn:microsoft.com/office/officeart/2016/7/layout/BasicTimeline"/>
    <dgm:cxn modelId="{B5FDF500-80BD-45C8-BBEB-575AA1DAADE7}" type="presParOf" srcId="{A41AEE8D-8763-4311-BB07-B499A93D76EA}" destId="{C298CC98-EF08-4D23-94A2-F58DEE6D7DE4}" srcOrd="4" destOrd="0" presId="urn:microsoft.com/office/officeart/2016/7/layout/BasicTimeline"/>
    <dgm:cxn modelId="{90EDA9D9-5363-433C-811E-5513B52588D1}" type="presParOf" srcId="{BDA8F949-88B8-486D-9E41-ABA1463A8926}" destId="{F3D981F8-7433-4E93-99E6-2B447306B973}" srcOrd="1" destOrd="0" presId="urn:microsoft.com/office/officeart/2016/7/layout/BasicTimeline"/>
    <dgm:cxn modelId="{7935889E-4736-4C7F-8622-A330C126F16B}" type="presParOf" srcId="{BDA8F949-88B8-486D-9E41-ABA1463A8926}" destId="{7D29DFA7-018B-45C9-AC1C-5CFC82FEE150}" srcOrd="2" destOrd="0" presId="urn:microsoft.com/office/officeart/2016/7/layout/BasicTimeline"/>
    <dgm:cxn modelId="{EB2658D4-3F40-4748-AE39-624B8E620A96}" type="presParOf" srcId="{7D29DFA7-018B-45C9-AC1C-5CFC82FEE150}" destId="{60D0713D-AF69-4AF8-B071-F65622790886}" srcOrd="0" destOrd="0" presId="urn:microsoft.com/office/officeart/2016/7/layout/BasicTimeline"/>
    <dgm:cxn modelId="{51E99B0B-8CC3-4BC2-8250-4C73AF5F12E8}" type="presParOf" srcId="{7D29DFA7-018B-45C9-AC1C-5CFC82FEE150}" destId="{5DAA1547-FEA7-4F69-96D3-0E3A07601B1E}" srcOrd="1" destOrd="0" presId="urn:microsoft.com/office/officeart/2016/7/layout/BasicTimeline"/>
    <dgm:cxn modelId="{9826AAC2-4AE6-4C22-826D-5672547E59BD}" type="presParOf" srcId="{5DAA1547-FEA7-4F69-96D3-0E3A07601B1E}" destId="{DADAA0C9-3E42-4088-8622-30E9F6EA139A}" srcOrd="0" destOrd="0" presId="urn:microsoft.com/office/officeart/2016/7/layout/BasicTimeline"/>
    <dgm:cxn modelId="{EC270DFB-5C5B-40C9-8196-FC46A9C21D19}" type="presParOf" srcId="{5DAA1547-FEA7-4F69-96D3-0E3A07601B1E}" destId="{D2E61EE0-F306-43AF-AFF9-74A14B9CF379}" srcOrd="1" destOrd="0" presId="urn:microsoft.com/office/officeart/2016/7/layout/BasicTimeline"/>
    <dgm:cxn modelId="{CB792D24-F02F-48C4-AC1D-366893851161}" type="presParOf" srcId="{7D29DFA7-018B-45C9-AC1C-5CFC82FEE150}" destId="{DBD74D6B-057A-432C-9067-BF618C19EB2A}" srcOrd="2" destOrd="0" presId="urn:microsoft.com/office/officeart/2016/7/layout/BasicTimeline"/>
    <dgm:cxn modelId="{0B13E8C1-0B1E-425B-8D83-92D34782753B}" type="presParOf" srcId="{7D29DFA7-018B-45C9-AC1C-5CFC82FEE150}" destId="{0F979253-FD39-4920-BFCA-78C564B167EA}" srcOrd="3" destOrd="0" presId="urn:microsoft.com/office/officeart/2016/7/layout/BasicTimeline"/>
    <dgm:cxn modelId="{6B60A5F4-2BAC-4F3F-A227-CB4F69F166D3}" type="presParOf" srcId="{7D29DFA7-018B-45C9-AC1C-5CFC82FEE150}" destId="{C9B4B298-E04C-4317-856D-E345FE5EC64B}" srcOrd="4" destOrd="0" presId="urn:microsoft.com/office/officeart/2016/7/layout/BasicTimeline"/>
    <dgm:cxn modelId="{F632D135-41E2-43A9-9B84-8A9C50BA663F}" type="presParOf" srcId="{BDA8F949-88B8-486D-9E41-ABA1463A8926}" destId="{9B636147-AF19-40E0-BE7D-3BE8148CC024}" srcOrd="3" destOrd="0" presId="urn:microsoft.com/office/officeart/2016/7/layout/BasicTimeline"/>
    <dgm:cxn modelId="{3411521A-E802-4A42-B7EC-D46E6B3B7C96}" type="presParOf" srcId="{BDA8F949-88B8-486D-9E41-ABA1463A8926}" destId="{76CB18D4-86E2-467C-A2CF-3ED9EFE66BEA}" srcOrd="4" destOrd="0" presId="urn:microsoft.com/office/officeart/2016/7/layout/BasicTimeline"/>
    <dgm:cxn modelId="{88CD890C-B8E8-4CDA-B032-3A9A3F32FD79}" type="presParOf" srcId="{76CB18D4-86E2-467C-A2CF-3ED9EFE66BEA}" destId="{E712D073-0B15-4887-9DCE-A27BCACBC178}" srcOrd="0" destOrd="0" presId="urn:microsoft.com/office/officeart/2016/7/layout/BasicTimeline"/>
    <dgm:cxn modelId="{AB1754FF-81F0-4ADB-A662-440DA0FBE430}" type="presParOf" srcId="{76CB18D4-86E2-467C-A2CF-3ED9EFE66BEA}" destId="{4C57E835-21E8-44E9-8CE3-1E2D478ECB2B}" srcOrd="1" destOrd="0" presId="urn:microsoft.com/office/officeart/2016/7/layout/BasicTimeline"/>
    <dgm:cxn modelId="{03EB58B1-E5D1-49BD-8FE7-FF1A8E5CDD51}" type="presParOf" srcId="{4C57E835-21E8-44E9-8CE3-1E2D478ECB2B}" destId="{E0D48281-565D-47A3-9B6C-576231178549}" srcOrd="0" destOrd="0" presId="urn:microsoft.com/office/officeart/2016/7/layout/BasicTimeline"/>
    <dgm:cxn modelId="{C7D8A92C-6CBF-4FA3-931B-5668E18C280C}" type="presParOf" srcId="{4C57E835-21E8-44E9-8CE3-1E2D478ECB2B}" destId="{E0365E95-CAD6-4660-956D-E490447A5CB4}" srcOrd="1" destOrd="0" presId="urn:microsoft.com/office/officeart/2016/7/layout/BasicTimeline"/>
    <dgm:cxn modelId="{57009207-8976-4EFD-876A-EF1C91AB599A}" type="presParOf" srcId="{76CB18D4-86E2-467C-A2CF-3ED9EFE66BEA}" destId="{DCAE8A46-752C-4E82-84CE-E790E1F2918E}" srcOrd="2" destOrd="0" presId="urn:microsoft.com/office/officeart/2016/7/layout/BasicTimeline"/>
    <dgm:cxn modelId="{A5FB4889-2275-4DD2-ADF0-583A5D1AE1ED}" type="presParOf" srcId="{76CB18D4-86E2-467C-A2CF-3ED9EFE66BEA}" destId="{B6459BF8-D2C3-4018-9C28-98667DC203F4}" srcOrd="3" destOrd="0" presId="urn:microsoft.com/office/officeart/2016/7/layout/BasicTimeline"/>
    <dgm:cxn modelId="{8B3418BE-680A-4C04-AD26-F21B02D832B0}" type="presParOf" srcId="{76CB18D4-86E2-467C-A2CF-3ED9EFE66BEA}" destId="{EAB0CCC2-BFF9-432D-BA8E-7ECAF2D92AF2}" srcOrd="4" destOrd="0" presId="urn:microsoft.com/office/officeart/2016/7/layout/BasicTimelin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0E6265-BE99-48D1-8879-DB5A75D6D78E}">
      <dsp:nvSpPr>
        <dsp:cNvPr id="0" name=""/>
        <dsp:cNvSpPr/>
      </dsp:nvSpPr>
      <dsp:spPr>
        <a:xfrm>
          <a:off x="0" y="1887537"/>
          <a:ext cx="7639665" cy="0"/>
        </a:xfrm>
        <a:prstGeom prst="line">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FE5C7F33-9326-49FB-89A3-8A20163AD994}">
      <dsp:nvSpPr>
        <dsp:cNvPr id="0" name=""/>
        <dsp:cNvSpPr/>
      </dsp:nvSpPr>
      <dsp:spPr>
        <a:xfrm>
          <a:off x="212776" y="2027215"/>
          <a:ext cx="3111969"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 1</a:t>
          </a:r>
        </a:p>
      </dsp:txBody>
      <dsp:txXfrm>
        <a:off x="212776" y="2027215"/>
        <a:ext cx="3111969" cy="426583"/>
      </dsp:txXfrm>
    </dsp:sp>
    <dsp:sp modelId="{BA29120C-7C6B-4F62-9079-4AD528BC0744}">
      <dsp:nvSpPr>
        <dsp:cNvPr id="0" name=""/>
        <dsp:cNvSpPr/>
      </dsp:nvSpPr>
      <dsp:spPr>
        <a:xfrm>
          <a:off x="596" y="526622"/>
          <a:ext cx="3536329"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Contacts</a:t>
          </a:r>
        </a:p>
      </dsp:txBody>
      <dsp:txXfrm>
        <a:off x="32016" y="558042"/>
        <a:ext cx="3473489" cy="580810"/>
      </dsp:txXfrm>
    </dsp:sp>
    <dsp:sp modelId="{A95DB80B-444A-4D69-B205-3A801BB8524A}">
      <dsp:nvSpPr>
        <dsp:cNvPr id="0" name=""/>
        <dsp:cNvSpPr/>
      </dsp:nvSpPr>
      <dsp:spPr>
        <a:xfrm>
          <a:off x="1768761"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60D0713D-AF69-4AF8-B071-F65622790886}">
      <dsp:nvSpPr>
        <dsp:cNvPr id="0" name=""/>
        <dsp:cNvSpPr/>
      </dsp:nvSpPr>
      <dsp:spPr>
        <a:xfrm>
          <a:off x="2263847" y="1321276"/>
          <a:ext cx="3111969"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 2</a:t>
          </a:r>
        </a:p>
      </dsp:txBody>
      <dsp:txXfrm>
        <a:off x="2263847" y="1321276"/>
        <a:ext cx="3111969" cy="426583"/>
      </dsp:txXfrm>
    </dsp:sp>
    <dsp:sp modelId="{FA19A0AA-8B0B-4AA8-A80D-08CFFDD3F112}">
      <dsp:nvSpPr>
        <dsp:cNvPr id="0" name=""/>
        <dsp:cNvSpPr/>
      </dsp:nvSpPr>
      <dsp:spPr>
        <a:xfrm>
          <a:off x="1740448"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AA0C9-3E42-4088-8622-30E9F6EA139A}">
      <dsp:nvSpPr>
        <dsp:cNvPr id="0" name=""/>
        <dsp:cNvSpPr/>
      </dsp:nvSpPr>
      <dsp:spPr>
        <a:xfrm>
          <a:off x="2051667" y="2604801"/>
          <a:ext cx="3536329"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b="0" i="0" kern="1200" dirty="0" err="1"/>
            <a:t>Campaings</a:t>
          </a:r>
          <a:endParaRPr lang="en-US" sz="1800" b="0" kern="1200" dirty="0">
            <a:latin typeface="+mn-lt"/>
          </a:endParaRPr>
        </a:p>
      </dsp:txBody>
      <dsp:txXfrm>
        <a:off x="2083087" y="2636221"/>
        <a:ext cx="3473489" cy="580810"/>
      </dsp:txXfrm>
    </dsp:sp>
    <dsp:sp modelId="{DBD74D6B-057A-432C-9067-BF618C19EB2A}">
      <dsp:nvSpPr>
        <dsp:cNvPr id="0" name=""/>
        <dsp:cNvSpPr/>
      </dsp:nvSpPr>
      <dsp:spPr>
        <a:xfrm>
          <a:off x="3819832" y="1887537"/>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712D073-0B15-4887-9DCE-A27BCACBC178}">
      <dsp:nvSpPr>
        <dsp:cNvPr id="0" name=""/>
        <dsp:cNvSpPr/>
      </dsp:nvSpPr>
      <dsp:spPr>
        <a:xfrm>
          <a:off x="4314918" y="2027215"/>
          <a:ext cx="3111969" cy="4265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dirty="0">
              <a:solidFill>
                <a:schemeClr val="accent2">
                  <a:lumMod val="60000"/>
                  <a:lumOff val="40000"/>
                </a:schemeClr>
              </a:solidFill>
              <a:latin typeface="+mn-lt"/>
            </a:rPr>
            <a:t>Step 3</a:t>
          </a:r>
        </a:p>
      </dsp:txBody>
      <dsp:txXfrm>
        <a:off x="4314918" y="2027215"/>
        <a:ext cx="3111969" cy="426583"/>
      </dsp:txXfrm>
    </dsp:sp>
    <dsp:sp modelId="{0F979253-FD39-4920-BFCA-78C564B167EA}">
      <dsp:nvSpPr>
        <dsp:cNvPr id="0" name=""/>
        <dsp:cNvSpPr/>
      </dsp:nvSpPr>
      <dsp:spPr>
        <a:xfrm>
          <a:off x="3791519"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D48281-565D-47A3-9B6C-576231178549}">
      <dsp:nvSpPr>
        <dsp:cNvPr id="0" name=""/>
        <dsp:cNvSpPr/>
      </dsp:nvSpPr>
      <dsp:spPr>
        <a:xfrm>
          <a:off x="4102738" y="526622"/>
          <a:ext cx="3536329" cy="643650"/>
        </a:xfrm>
        <a:prstGeom prst="round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mn-lt"/>
            </a:rPr>
            <a:t> Interactions</a:t>
          </a:r>
        </a:p>
      </dsp:txBody>
      <dsp:txXfrm>
        <a:off x="4134158" y="558042"/>
        <a:ext cx="3473489" cy="580810"/>
      </dsp:txXfrm>
    </dsp:sp>
    <dsp:sp modelId="{DCAE8A46-752C-4E82-84CE-E790E1F2918E}">
      <dsp:nvSpPr>
        <dsp:cNvPr id="0" name=""/>
        <dsp:cNvSpPr/>
      </dsp:nvSpPr>
      <dsp:spPr>
        <a:xfrm>
          <a:off x="5870903" y="1170273"/>
          <a:ext cx="0" cy="717264"/>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6459BF8-D2C3-4018-9C28-98667DC203F4}">
      <dsp:nvSpPr>
        <dsp:cNvPr id="0" name=""/>
        <dsp:cNvSpPr/>
      </dsp:nvSpPr>
      <dsp:spPr>
        <a:xfrm>
          <a:off x="5842590" y="1859224"/>
          <a:ext cx="56626" cy="56626"/>
        </a:xfrm>
        <a:prstGeom prst="ellips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5/27/2026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5/27/2026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60679C-80C7-4E7D-9614-ABA41C5B2858}" type="slidenum">
              <a:rPr lang="en-US" smtClean="0"/>
              <a:t>4</a:t>
            </a:fld>
            <a:endParaRPr lang="en-US" dirty="0"/>
          </a:p>
        </p:txBody>
      </p:sp>
    </p:spTree>
    <p:extLst>
      <p:ext uri="{BB962C8B-B14F-4D97-AF65-F5344CB8AC3E}">
        <p14:creationId xmlns:p14="http://schemas.microsoft.com/office/powerpoint/2010/main" val="1891506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6</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05978-1491-A534-F693-68A801E69D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9C0B42-97BB-3BDE-11F5-96391441307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409887B-D86A-93AB-7097-7D9774F91968}"/>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89DABF68-CEFD-80CA-C118-9FFD72C2281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31114310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10AAD-C742-E58E-64B5-207CCA4155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6C742-6BE0-9E2F-9F51-6CB67FA0F73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E102C11-DA83-7804-6636-F3ED382C4FE9}"/>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06A011D8-DD3F-FC08-D85C-8E0E33536224}"/>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2611097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r>
              <a:rPr lang="en-US" altLang="zh-CN" noProof="0"/>
              <a:t>Click to edit Master text styles</a:t>
            </a:r>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r>
              <a:rPr lang="en-US"/>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a:t>Click to edit Master text styles</a:t>
            </a:r>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53" r:id="rId9"/>
    <p:sldLayoutId id="2147483663" r:id="rId10"/>
    <p:sldLayoutId id="2147483665" r:id="rId11"/>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2" y="731520"/>
            <a:ext cx="5029200" cy="3291840"/>
          </a:xfrm>
        </p:spPr>
        <p:txBody>
          <a:bodyPr lIns="0" anchor="b" anchorCtr="0"/>
          <a:lstStyle/>
          <a:p>
            <a:r>
              <a:rPr lang="en-US" altLang="zh-CN" dirty="0"/>
              <a:t>Relationship management</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err="1"/>
              <a:t>goldenpath</a:t>
            </a:r>
            <a:r>
              <a:rPr lang="en-US" dirty="0"/>
              <a:t>-software</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5394325" y="3429000"/>
            <a:ext cx="3475038" cy="2378075"/>
          </a:xfrm>
        </p:spPr>
        <p:txBody>
          <a:bodyPr anchor="t" anchorCtr="0"/>
          <a:lstStyle/>
          <a:p>
            <a:r>
              <a:rPr lang="en-US" dirty="0"/>
              <a:t>Growth strategy</a:t>
            </a:r>
          </a:p>
          <a:p>
            <a:r>
              <a:rPr lang="en-US" dirty="0"/>
              <a:t>Market analysis</a:t>
            </a:r>
          </a:p>
          <a:p>
            <a:r>
              <a:rPr lang="en-US" dirty="0"/>
              <a:t>Financial overview</a:t>
            </a:r>
          </a:p>
          <a:p>
            <a:r>
              <a:rPr lang="en-US" dirty="0"/>
              <a:t>Innovative solutions</a:t>
            </a:r>
          </a:p>
          <a:p>
            <a:r>
              <a:rPr lang="en-US" dirty="0"/>
              <a:t>Future initiatives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Relationship management in MS Dynamics365 Business Central</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Navigating the future</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Relationship</a:t>
            </a:r>
            <a:br>
              <a:rPr lang="en-US" dirty="0"/>
            </a:br>
            <a:r>
              <a:rPr lang="en-US" dirty="0"/>
              <a:t>management</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6217920" y="2487168"/>
            <a:ext cx="5029200" cy="3383280"/>
          </a:xfrm>
          <a:noFill/>
        </p:spPr>
        <p:txBody>
          <a:bodyPr>
            <a:normAutofit/>
          </a:bodyPr>
          <a:lstStyle/>
          <a:p>
            <a:pPr marL="0" indent="0">
              <a:buNone/>
            </a:pPr>
            <a:r>
              <a:rPr lang="en-US" dirty="0"/>
              <a:t>The relationship management features of Business Central help you manage and support your sales efforts.</a:t>
            </a:r>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Master data in relationship management</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Unlocking new horizons</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a:xfrm>
            <a:off x="914400" y="731520"/>
            <a:ext cx="4663440" cy="1737360"/>
          </a:xfrm>
        </p:spPr>
        <p:txBody>
          <a:bodyPr/>
          <a:lstStyle/>
          <a:p>
            <a:r>
              <a:rPr lang="en-US" dirty="0"/>
              <a:t>Master data</a:t>
            </a:r>
          </a:p>
        </p:txBody>
      </p:sp>
      <p:graphicFrame>
        <p:nvGraphicFramePr>
          <p:cNvPr id="11" name="Table Placeholder 6" descr="A timeline of the product launch">
            <a:extLst>
              <a:ext uri="{FF2B5EF4-FFF2-40B4-BE49-F238E27FC236}">
                <a16:creationId xmlns:a16="http://schemas.microsoft.com/office/drawing/2014/main" id="{A9E2E0E1-AAB8-A475-781D-7E66AD5CFE21}"/>
              </a:ext>
            </a:extLst>
          </p:cNvPr>
          <p:cNvGraphicFramePr>
            <a:graphicFrameLocks noGrp="1"/>
          </p:cNvGraphicFramePr>
          <p:nvPr>
            <p:ph idx="30"/>
            <p:extLst>
              <p:ext uri="{D42A27DB-BD31-4B8C-83A1-F6EECF244321}">
                <p14:modId xmlns:p14="http://schemas.microsoft.com/office/powerpoint/2010/main" val="1774074645"/>
              </p:ext>
            </p:extLst>
          </p:nvPr>
        </p:nvGraphicFramePr>
        <p:xfrm>
          <a:off x="914400" y="2341563"/>
          <a:ext cx="7639665" cy="37750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13">
            <a:extLst>
              <a:ext uri="{FF2B5EF4-FFF2-40B4-BE49-F238E27FC236}">
                <a16:creationId xmlns:a16="http://schemas.microsoft.com/office/drawing/2014/main" id="{4800F032-5102-94C2-865C-AE9D448B274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B5C5013-A563-C783-9185-9C847D4B4A46}"/>
              </a:ext>
            </a:extLst>
          </p:cNvPr>
          <p:cNvSpPr>
            <a:spLocks noGrp="1"/>
          </p:cNvSpPr>
          <p:nvPr>
            <p:ph type="sldNum" sz="quarter" idx="29"/>
          </p:nvPr>
        </p:nvSpPr>
        <p:spPr/>
        <p:txBody>
          <a:bodyPr/>
          <a:lstStyle/>
          <a:p>
            <a:fld id="{47FEACEE-25B4-4A2D-B147-27296E36371D}" type="slidenum">
              <a:rPr lang="en-US" altLang="zh-CN" noProof="0" smtClean="0"/>
              <a:pPr/>
              <a:t>6</a:t>
            </a:fld>
            <a:endParaRPr lang="en-US" altLang="zh-CN" noProof="0" dirty="0"/>
          </a:p>
        </p:txBody>
      </p:sp>
      <p:sp>
        <p:nvSpPr>
          <p:cNvPr id="4" name="Title 2">
            <a:extLst>
              <a:ext uri="{FF2B5EF4-FFF2-40B4-BE49-F238E27FC236}">
                <a16:creationId xmlns:a16="http://schemas.microsoft.com/office/drawing/2014/main" id="{BBD4298E-64F3-7764-C2DE-6E9991FF89D2}"/>
              </a:ext>
            </a:extLst>
          </p:cNvPr>
          <p:cNvSpPr txBox="1">
            <a:spLocks/>
          </p:cNvSpPr>
          <p:nvPr/>
        </p:nvSpPr>
        <p:spPr>
          <a:xfrm>
            <a:off x="8735961" y="3686113"/>
            <a:ext cx="3456039" cy="1737360"/>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dirty="0"/>
              <a:t>Dynamics 365 </a:t>
            </a:r>
          </a:p>
          <a:p>
            <a:r>
              <a:rPr lang="en-US" dirty="0"/>
              <a:t>Sales</a:t>
            </a:r>
          </a:p>
        </p:txBody>
      </p:sp>
    </p:spTree>
    <p:extLst>
      <p:ext uri="{BB962C8B-B14F-4D97-AF65-F5344CB8AC3E}">
        <p14:creationId xmlns:p14="http://schemas.microsoft.com/office/powerpoint/2010/main" val="1246021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altLang="zh-CN" dirty="0"/>
              <a:t>Contacts</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pPr marL="0" indent="0">
              <a:buNone/>
            </a:pPr>
            <a:r>
              <a:rPr lang="en-US" dirty="0"/>
              <a:t>Contacts are the master data in relational management. They represent people or companies and enable you to store and maintain information </a:t>
            </a:r>
          </a:p>
          <a:p>
            <a:pPr marL="0" indent="0">
              <a:buNone/>
            </a:pPr>
            <a:r>
              <a:rPr lang="en-US" dirty="0"/>
              <a:t>CASESTUDY</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7</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1FA01-E831-85E8-AA75-AF664EE1D5E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0FC67B3-A93E-CBE9-E253-9F0B505D7EE2}"/>
              </a:ext>
            </a:extLst>
          </p:cNvPr>
          <p:cNvSpPr>
            <a:spLocks noGrp="1"/>
          </p:cNvSpPr>
          <p:nvPr>
            <p:ph type="title"/>
          </p:nvPr>
        </p:nvSpPr>
        <p:spPr>
          <a:xfrm>
            <a:off x="914400" y="731520"/>
            <a:ext cx="3931920" cy="2103120"/>
          </a:xfrm>
        </p:spPr>
        <p:txBody>
          <a:bodyPr anchor="b" anchorCtr="0"/>
          <a:lstStyle/>
          <a:p>
            <a:r>
              <a:rPr lang="en-US" altLang="zh-CN" dirty="0" err="1"/>
              <a:t>Campaings</a:t>
            </a:r>
            <a:endParaRPr lang="en-US" dirty="0"/>
          </a:p>
        </p:txBody>
      </p:sp>
      <p:sp>
        <p:nvSpPr>
          <p:cNvPr id="20" name="Text Placeholder 19">
            <a:extLst>
              <a:ext uri="{FF2B5EF4-FFF2-40B4-BE49-F238E27FC236}">
                <a16:creationId xmlns:a16="http://schemas.microsoft.com/office/drawing/2014/main" id="{DFE87677-B922-C88E-5F33-235CB0AA0A67}"/>
              </a:ext>
            </a:extLst>
          </p:cNvPr>
          <p:cNvSpPr>
            <a:spLocks noGrp="1"/>
          </p:cNvSpPr>
          <p:nvPr>
            <p:ph idx="1"/>
          </p:nvPr>
        </p:nvSpPr>
        <p:spPr>
          <a:xfrm>
            <a:off x="914400" y="3108960"/>
            <a:ext cx="3931920" cy="2651760"/>
          </a:xfrm>
        </p:spPr>
        <p:txBody>
          <a:bodyPr>
            <a:normAutofit/>
          </a:bodyPr>
          <a:lstStyle/>
          <a:p>
            <a:pPr marL="0" indent="0">
              <a:buNone/>
            </a:pPr>
            <a:r>
              <a:rPr lang="en-US" dirty="0"/>
              <a:t>A campaign is any sort of activity that involves contacts. It can be anything from sending out catalogs and special offers to organizing a special event</a:t>
            </a:r>
          </a:p>
          <a:p>
            <a:pPr marL="0" indent="0">
              <a:buNone/>
            </a:pPr>
            <a:endParaRPr lang="en-US" dirty="0"/>
          </a:p>
          <a:p>
            <a:pPr marL="0" indent="0">
              <a:buNone/>
            </a:pPr>
            <a:r>
              <a:rPr lang="en-US" dirty="0"/>
              <a:t>CASESTUDY</a:t>
            </a:r>
          </a:p>
        </p:txBody>
      </p:sp>
      <p:pic>
        <p:nvPicPr>
          <p:cNvPr id="12" name="Picture Placeholder 11" descr="Three people having a discussion at a table">
            <a:extLst>
              <a:ext uri="{FF2B5EF4-FFF2-40B4-BE49-F238E27FC236}">
                <a16:creationId xmlns:a16="http://schemas.microsoft.com/office/drawing/2014/main" id="{AF694651-1C14-6E90-99CC-7FDD7F4633A7}"/>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08791DB3-6000-AC1B-F90C-3DD6E21F32E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DA200141-5C7C-6E51-0CFC-2F04FEAC5B0A}"/>
              </a:ext>
            </a:extLst>
          </p:cNvPr>
          <p:cNvSpPr>
            <a:spLocks noGrp="1"/>
          </p:cNvSpPr>
          <p:nvPr>
            <p:ph type="sldNum" sz="quarter" idx="53"/>
          </p:nvPr>
        </p:nvSpPr>
        <p:spPr/>
        <p:txBody>
          <a:bodyPr/>
          <a:lstStyle/>
          <a:p>
            <a:fld id="{47FEACEE-25B4-4A2D-B147-27296E36371D}" type="slidenum">
              <a:rPr lang="en-US" altLang="zh-CN" noProof="0" smtClean="0"/>
              <a:pPr/>
              <a:t>8</a:t>
            </a:fld>
            <a:endParaRPr lang="en-US" altLang="zh-CN" noProof="0" dirty="0"/>
          </a:p>
        </p:txBody>
      </p:sp>
    </p:spTree>
    <p:extLst>
      <p:ext uri="{BB962C8B-B14F-4D97-AF65-F5344CB8AC3E}">
        <p14:creationId xmlns:p14="http://schemas.microsoft.com/office/powerpoint/2010/main" val="2470000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AE757-3969-A7CF-1777-E04D511D434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8A488B7-3658-56C9-A687-B74C02D3E451}"/>
              </a:ext>
            </a:extLst>
          </p:cNvPr>
          <p:cNvSpPr>
            <a:spLocks noGrp="1"/>
          </p:cNvSpPr>
          <p:nvPr>
            <p:ph type="title"/>
          </p:nvPr>
        </p:nvSpPr>
        <p:spPr>
          <a:xfrm>
            <a:off x="914400" y="731520"/>
            <a:ext cx="3931920" cy="2103120"/>
          </a:xfrm>
        </p:spPr>
        <p:txBody>
          <a:bodyPr anchor="b" anchorCtr="0"/>
          <a:lstStyle/>
          <a:p>
            <a:r>
              <a:rPr lang="en-US" dirty="0"/>
              <a:t>Interactions</a:t>
            </a:r>
          </a:p>
        </p:txBody>
      </p:sp>
      <p:sp>
        <p:nvSpPr>
          <p:cNvPr id="20" name="Text Placeholder 19">
            <a:extLst>
              <a:ext uri="{FF2B5EF4-FFF2-40B4-BE49-F238E27FC236}">
                <a16:creationId xmlns:a16="http://schemas.microsoft.com/office/drawing/2014/main" id="{113D2780-A379-A733-44F3-7A958741C92D}"/>
              </a:ext>
            </a:extLst>
          </p:cNvPr>
          <p:cNvSpPr>
            <a:spLocks noGrp="1"/>
          </p:cNvSpPr>
          <p:nvPr>
            <p:ph idx="1"/>
          </p:nvPr>
        </p:nvSpPr>
        <p:spPr>
          <a:xfrm>
            <a:off x="914400" y="3108960"/>
            <a:ext cx="3931920" cy="2651760"/>
          </a:xfrm>
        </p:spPr>
        <p:txBody>
          <a:bodyPr>
            <a:normAutofit lnSpcReduction="10000"/>
          </a:bodyPr>
          <a:lstStyle/>
          <a:p>
            <a:pPr marL="0" indent="0">
              <a:buNone/>
            </a:pPr>
            <a:r>
              <a:rPr lang="en-US" dirty="0"/>
              <a:t>You can track interactions like phone calls, invites, and emails as interaction, in addition to tracking documents like sales quotes, orders, reminders, invoices, and many other documents that are used within the business solution</a:t>
            </a:r>
          </a:p>
          <a:p>
            <a:pPr marL="0" indent="0">
              <a:buNone/>
            </a:pPr>
            <a:endParaRPr lang="en-US" dirty="0"/>
          </a:p>
          <a:p>
            <a:pPr marL="0" indent="0">
              <a:buNone/>
            </a:pPr>
            <a:r>
              <a:rPr lang="en-US" dirty="0"/>
              <a:t>CASESTUDY</a:t>
            </a:r>
          </a:p>
        </p:txBody>
      </p:sp>
      <p:pic>
        <p:nvPicPr>
          <p:cNvPr id="12" name="Picture Placeholder 11" descr="Three people having a discussion at a table">
            <a:extLst>
              <a:ext uri="{FF2B5EF4-FFF2-40B4-BE49-F238E27FC236}">
                <a16:creationId xmlns:a16="http://schemas.microsoft.com/office/drawing/2014/main" id="{076D53A8-C891-5FA9-52CE-15D8E58FB463}"/>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6EF7820C-27FF-CEF8-C09A-3EA7F953383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BE9BA73C-64A5-E2C9-61A4-4D70D26775DE}"/>
              </a:ext>
            </a:extLst>
          </p:cNvPr>
          <p:cNvSpPr>
            <a:spLocks noGrp="1"/>
          </p:cNvSpPr>
          <p:nvPr>
            <p:ph type="sldNum" sz="quarter" idx="53"/>
          </p:nvPr>
        </p:nvSpPr>
        <p:spPr/>
        <p:txBody>
          <a:bodyPr/>
          <a:lstStyle/>
          <a:p>
            <a:fld id="{47FEACEE-25B4-4A2D-B147-27296E36371D}" type="slidenum">
              <a:rPr lang="en-US" altLang="zh-CN" noProof="0" smtClean="0"/>
              <a:pPr/>
              <a:t>9</a:t>
            </a:fld>
            <a:endParaRPr lang="en-US" altLang="zh-CN" noProof="0" dirty="0"/>
          </a:p>
        </p:txBody>
      </p:sp>
    </p:spTree>
    <p:extLst>
      <p:ext uri="{BB962C8B-B14F-4D97-AF65-F5344CB8AC3E}">
        <p14:creationId xmlns:p14="http://schemas.microsoft.com/office/powerpoint/2010/main" val="1715899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Thank you</a:t>
            </a:r>
          </a:p>
        </p:txBody>
      </p:sp>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a:xfrm>
            <a:off x="6035040" y="3108960"/>
            <a:ext cx="5394960" cy="1879791"/>
          </a:xfrm>
        </p:spPr>
        <p:txBody>
          <a:bodyPr/>
          <a:lstStyle/>
          <a:p>
            <a:r>
              <a:rPr lang="en-US" dirty="0"/>
              <a:t>Oleksandr Fishchuk	</a:t>
            </a:r>
          </a:p>
          <a:p>
            <a:pPr lvl="0"/>
            <a:r>
              <a:rPr lang="en-US" dirty="0"/>
              <a:t>ofishchuk@goldenpath-software.pl</a:t>
            </a:r>
          </a:p>
          <a:p>
            <a:pPr lvl="0"/>
            <a:r>
              <a:rPr lang="en-US" dirty="0"/>
              <a:t>www.goldenpath-software.pl</a:t>
            </a:r>
          </a:p>
          <a:p>
            <a:endParaRPr lang="en-US" dirty="0"/>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009351-EDD4-484E-ACD6-D50CCB137637}">
  <ds:schemaRefs>
    <ds:schemaRef ds:uri="http://schemas.microsoft.com/sharepoint/v3/contenttype/forms"/>
  </ds:schemaRefs>
</ds:datastoreItem>
</file>

<file path=customXml/itemProps2.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{BE99236D-1AF8-4D1D-A489-9A37D2A989FD}TF63aebcec-8e39-4664-940a-dd6c2f00c54d020a9832_win32-3cdd3ee32610</Template>
  <TotalTime>52</TotalTime>
  <Words>197</Words>
  <Application>Microsoft Office PowerPoint</Application>
  <PresentationFormat>Widescreen</PresentationFormat>
  <Paragraphs>55</Paragraphs>
  <Slides>10</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等线</vt:lpstr>
      <vt:lpstr>Abadi</vt:lpstr>
      <vt:lpstr>Arial</vt:lpstr>
      <vt:lpstr>Calibri</vt:lpstr>
      <vt:lpstr>Posterama</vt:lpstr>
      <vt:lpstr>Posterama Text SemiBold</vt:lpstr>
      <vt:lpstr>Custom</vt:lpstr>
      <vt:lpstr>Relationship management</vt:lpstr>
      <vt:lpstr>Agenda </vt:lpstr>
      <vt:lpstr>Relationship management in MS Dynamics365 Business Central</vt:lpstr>
      <vt:lpstr>Relationship management   </vt:lpstr>
      <vt:lpstr>Master data in relationship management</vt:lpstr>
      <vt:lpstr>Master data</vt:lpstr>
      <vt:lpstr>Contacts</vt:lpstr>
      <vt:lpstr>Campaings</vt:lpstr>
      <vt:lpstr>Interactions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Oleksandr Fishchuk</dc:creator>
  <cp:lastModifiedBy>Oleksandr Fishchuk</cp:lastModifiedBy>
  <cp:revision>4</cp:revision>
  <dcterms:created xsi:type="dcterms:W3CDTF">2026-05-18T13:07:38Z</dcterms:created>
  <dcterms:modified xsi:type="dcterms:W3CDTF">2026-05-27T11:10:37Z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