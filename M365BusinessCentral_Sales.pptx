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handoutMasterIdLst>
    <p:handoutMasterId r:id="rId14"/>
  </p:handoutMasterIdLst>
  <p:sldIdLst>
    <p:sldId id="292" r:id="rId5"/>
    <p:sldId id="299" r:id="rId6"/>
    <p:sldId id="297" r:id="rId7"/>
    <p:sldId id="261" r:id="rId8"/>
    <p:sldId id="293" r:id="rId9"/>
    <p:sldId id="276" r:id="rId10"/>
    <p:sldId id="311" r:id="rId11"/>
    <p:sldId id="289" r:id="rId1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36" userDrawn="1">
          <p15:clr>
            <a:srgbClr val="A4A3A4"/>
          </p15:clr>
        </p15:guide>
        <p15:guide id="2" pos="31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4400"/>
    <a:srgbClr val="446992"/>
    <a:srgbClr val="AEC2D8"/>
    <a:srgbClr val="98432A"/>
    <a:srgbClr val="44678D"/>
    <a:srgbClr val="263E5A"/>
    <a:srgbClr val="D6E0EB"/>
    <a:srgbClr val="728DAB"/>
    <a:srgbClr val="C95B3A"/>
    <a:srgbClr val="2D4C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9DCAF9ED-07DC-4A11-8D7F-57B35C25682E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839" autoAdjust="0"/>
  </p:normalViewPr>
  <p:slideViewPr>
    <p:cSldViewPr snapToGrid="0" showGuides="1">
      <p:cViewPr varScale="1">
        <p:scale>
          <a:sx n="74" d="100"/>
          <a:sy n="74" d="100"/>
        </p:scale>
        <p:origin x="1042" y="72"/>
      </p:cViewPr>
      <p:guideLst>
        <p:guide orient="horz" pos="1536"/>
        <p:guide pos="31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 snapToGrid="0">
      <p:cViewPr varScale="1">
        <p:scale>
          <a:sx n="58" d="100"/>
          <a:sy n="58" d="100"/>
        </p:scale>
        <p:origin x="2491" y="67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C27E3961-5613-64C6-63C3-6085D0CDAE5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D1F08-FF42-95F6-3130-AE63E560487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D26A2A-0A96-0647-84E5-C82F2EFD9474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D5B35B-A046-EC3C-A80E-3D9D12C1498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202DDE3-703C-8B4C-9506-EC0A39AACDD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8DC1D1-B6C2-C644-8BF1-C34DBFFE1C7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34793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0D2594CA-29C5-062F-2EA7-C593B096C62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9" name="Slide Image Placeholder 8">
            <a:extLst>
              <a:ext uri="{FF2B5EF4-FFF2-40B4-BE49-F238E27FC236}">
                <a16:creationId xmlns:a16="http://schemas.microsoft.com/office/drawing/2014/main" id="{E04BB896-BA64-B358-A066-15B96D23BC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5EFA2818-7747-F326-294F-EEAC9BEF6EB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6B76E0F0-B7F9-756A-3EA4-2114B75370E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0CF20C-6BCC-41A4-8C16-5A346425718D}" type="datetimeFigureOut">
              <a:rPr lang="en-US" smtClean="0"/>
              <a:t>5/27/2026</a:t>
            </a:fld>
            <a:endParaRPr lang="en-US" dirty="0"/>
          </a:p>
        </p:txBody>
      </p:sp>
      <p:sp>
        <p:nvSpPr>
          <p:cNvPr id="12" name="Notes Placeholder 11">
            <a:extLst>
              <a:ext uri="{FF2B5EF4-FFF2-40B4-BE49-F238E27FC236}">
                <a16:creationId xmlns:a16="http://schemas.microsoft.com/office/drawing/2014/main" id="{5161C21F-108C-0F07-CDDD-AFB8DDBF69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A507CBA7-2A1E-725E-35DA-D1CFF08EC6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060679C-80C7-4E7D-9614-ABA41C5B285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6651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1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6815932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60679C-80C7-4E7D-9614-ABA41C5B2858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1506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0938003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6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3774609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017105BD-6D6F-49DB-9DE4-D4A6452D7E5F}" type="slidenum">
              <a:rPr lang="en-US" altLang="zh-CN" noProof="0" smtClean="0"/>
              <a:t>8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1818200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Shape 33">
            <a:extLst>
              <a:ext uri="{FF2B5EF4-FFF2-40B4-BE49-F238E27FC236}">
                <a16:creationId xmlns:a16="http://schemas.microsoft.com/office/drawing/2014/main" id="{4D81E37E-7366-D88D-83B8-BBA577CA46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9897686" y="106446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pic>
        <p:nvPicPr>
          <p:cNvPr id="12" name="Shape 31">
            <a:extLst>
              <a:ext uri="{FF2B5EF4-FFF2-40B4-BE49-F238E27FC236}">
                <a16:creationId xmlns:a16="http://schemas.microsoft.com/office/drawing/2014/main" id="{A2E096B7-3B4F-355B-58E5-41784AC8BE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284315" y="3984454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2" y="731520"/>
            <a:ext cx="5029200" cy="3291840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cxnSp>
        <p:nvCxnSpPr>
          <p:cNvPr id="24" name="Straight Connector 2">
            <a:extLst>
              <a:ext uri="{FF2B5EF4-FFF2-40B4-BE49-F238E27FC236}">
                <a16:creationId xmlns:a16="http://schemas.microsoft.com/office/drawing/2014/main" id="{F1FCCFDB-D985-4322-AC87-F69214893708}"/>
              </a:ext>
            </a:extLst>
          </p:cNvPr>
          <p:cNvCxnSpPr/>
          <p:nvPr userDrawn="1"/>
        </p:nvCxnSpPr>
        <p:spPr>
          <a:xfrm>
            <a:off x="1168533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47" name="Content placeholder 47">
            <a:extLst>
              <a:ext uri="{FF2B5EF4-FFF2-40B4-BE49-F238E27FC236}">
                <a16:creationId xmlns:a16="http://schemas.microsoft.com/office/drawing/2014/main" id="{0FFAAB58-ABE4-41AC-B94E-432936CE0301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6742557" y="821836"/>
            <a:ext cx="4405503" cy="5066346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9" name="Freeform: Shape 11">
            <a:extLst>
              <a:ext uri="{FF2B5EF4-FFF2-40B4-BE49-F238E27FC236}">
                <a16:creationId xmlns:a16="http://schemas.microsoft.com/office/drawing/2014/main" id="{9ECA281C-F2CB-AE9D-DCD6-F94D3FEE2E67}"/>
              </a:ext>
            </a:extLst>
          </p:cNvPr>
          <p:cNvSpPr/>
          <p:nvPr userDrawn="1"/>
        </p:nvSpPr>
        <p:spPr>
          <a:xfrm>
            <a:off x="7441324" y="5568778"/>
            <a:ext cx="829927" cy="949454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966495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6">
            <a:extLst>
              <a:ext uri="{FF2B5EF4-FFF2-40B4-BE49-F238E27FC236}">
                <a16:creationId xmlns:a16="http://schemas.microsoft.com/office/drawing/2014/main" id="{5518B595-5A04-0768-52B1-73F11E4754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73CCCCFD-E0FE-BDB7-CF9D-FCA345E6BA55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ctr"/>
          <a:lstStyle>
            <a:lvl1pPr marL="347472"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reeform: Shape 4">
            <a:extLst>
              <a:ext uri="{FF2B5EF4-FFF2-40B4-BE49-F238E27FC236}">
                <a16:creationId xmlns:a16="http://schemas.microsoft.com/office/drawing/2014/main" id="{AE722AFD-22D7-4BD8-B055-3867C3800E16}"/>
              </a:ext>
            </a:extLst>
          </p:cNvPr>
          <p:cNvSpPr/>
          <p:nvPr userDrawn="1"/>
        </p:nvSpPr>
        <p:spPr>
          <a:xfrm>
            <a:off x="6282845" y="525294"/>
            <a:ext cx="1913128" cy="2140085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5D0355E4-3980-42A9-9376-74163520D39D}"/>
              </a:ext>
            </a:extLst>
          </p:cNvPr>
          <p:cNvSpPr/>
          <p:nvPr userDrawn="1"/>
        </p:nvSpPr>
        <p:spPr>
          <a:xfrm>
            <a:off x="8375472" y="496110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B9D430ED-A815-4274-966C-8192C4230569}"/>
              </a:ext>
            </a:extLst>
          </p:cNvPr>
          <p:cNvSpPr/>
          <p:nvPr userDrawn="1"/>
        </p:nvSpPr>
        <p:spPr>
          <a:xfrm>
            <a:off x="9403474" y="2310314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0B88ADED-0863-78D3-7710-E131932E965F}"/>
              </a:ext>
            </a:extLst>
          </p:cNvPr>
          <p:cNvSpPr/>
          <p:nvPr userDrawn="1"/>
        </p:nvSpPr>
        <p:spPr>
          <a:xfrm>
            <a:off x="10460480" y="505838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8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8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8" name="Freeform 27">
            <a:extLst>
              <a:ext uri="{FF2B5EF4-FFF2-40B4-BE49-F238E27FC236}">
                <a16:creationId xmlns:a16="http://schemas.microsoft.com/office/drawing/2014/main" id="{32435EB1-8BEE-9EEE-D9E4-E53D56B7E09C}"/>
              </a:ext>
            </a:extLst>
          </p:cNvPr>
          <p:cNvSpPr/>
          <p:nvPr userDrawn="1"/>
        </p:nvSpPr>
        <p:spPr>
          <a:xfrm>
            <a:off x="11498097" y="2436654"/>
            <a:ext cx="698022" cy="1868948"/>
          </a:xfrm>
          <a:custGeom>
            <a:avLst/>
            <a:gdLst>
              <a:gd name="connsiteX0" fmla="*/ 698022 w 698022"/>
              <a:gd name="connsiteY0" fmla="*/ 0 h 1868948"/>
              <a:gd name="connsiteX1" fmla="*/ 698022 w 698022"/>
              <a:gd name="connsiteY1" fmla="*/ 1868948 h 1868948"/>
              <a:gd name="connsiteX2" fmla="*/ 0 w 698022"/>
              <a:gd name="connsiteY2" fmla="*/ 1477709 h 1868948"/>
              <a:gd name="connsiteX3" fmla="*/ 0 w 698022"/>
              <a:gd name="connsiteY3" fmla="*/ 397939 h 18689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98022" h="1868948">
                <a:moveTo>
                  <a:pt x="698022" y="0"/>
                </a:moveTo>
                <a:lnTo>
                  <a:pt x="698022" y="1868948"/>
                </a:lnTo>
                <a:lnTo>
                  <a:pt x="0" y="1477709"/>
                </a:lnTo>
                <a:lnTo>
                  <a:pt x="0" y="3979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30" name="Freeform 29">
            <a:extLst>
              <a:ext uri="{FF2B5EF4-FFF2-40B4-BE49-F238E27FC236}">
                <a16:creationId xmlns:a16="http://schemas.microsoft.com/office/drawing/2014/main" id="{2692688E-3654-181E-6244-F2CED7612746}"/>
              </a:ext>
            </a:extLst>
          </p:cNvPr>
          <p:cNvSpPr/>
          <p:nvPr userDrawn="1"/>
        </p:nvSpPr>
        <p:spPr>
          <a:xfrm>
            <a:off x="10460480" y="4114794"/>
            <a:ext cx="1731521" cy="2159541"/>
          </a:xfrm>
          <a:custGeom>
            <a:avLst/>
            <a:gdLst>
              <a:gd name="connsiteX0" fmla="*/ 953758 w 1731521"/>
              <a:gd name="connsiteY0" fmla="*/ 0 h 2159541"/>
              <a:gd name="connsiteX1" fmla="*/ 1731521 w 1731521"/>
              <a:gd name="connsiteY1" fmla="*/ 438909 h 2159541"/>
              <a:gd name="connsiteX2" fmla="*/ 1731521 w 1731521"/>
              <a:gd name="connsiteY2" fmla="*/ 1724629 h 2159541"/>
              <a:gd name="connsiteX3" fmla="*/ 956364 w 1731521"/>
              <a:gd name="connsiteY3" fmla="*/ 2159541 h 2159541"/>
              <a:gd name="connsiteX4" fmla="*/ 0 w 1731521"/>
              <a:gd name="connsiteY4" fmla="*/ 1623503 h 2159541"/>
              <a:gd name="connsiteX5" fmla="*/ 0 w 1731521"/>
              <a:gd name="connsiteY5" fmla="*/ 543733 h 215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731521" h="2159541">
                <a:moveTo>
                  <a:pt x="953758" y="0"/>
                </a:moveTo>
                <a:lnTo>
                  <a:pt x="1731521" y="438909"/>
                </a:lnTo>
                <a:lnTo>
                  <a:pt x="1731521" y="1724629"/>
                </a:lnTo>
                <a:lnTo>
                  <a:pt x="956364" y="2159541"/>
                </a:lnTo>
                <a:lnTo>
                  <a:pt x="0" y="1623503"/>
                </a:lnTo>
                <a:lnTo>
                  <a:pt x="0" y="543733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B1A7E0-D0BF-7FCA-D296-94BFC0D611C5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CAC10D1-DF42-8734-0793-84312B963E62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4C8F37E-3F74-F3FA-C9D8-7083DF2BBECC}"/>
              </a:ext>
            </a:extLst>
          </p:cNvPr>
          <p:cNvSpPr/>
          <p:nvPr userDrawn="1"/>
        </p:nvSpPr>
        <p:spPr>
          <a:xfrm>
            <a:off x="7325349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FB905CE6-1C2F-E053-4D14-6B86F4EFDC10}"/>
              </a:ext>
            </a:extLst>
          </p:cNvPr>
          <p:cNvSpPr/>
          <p:nvPr userDrawn="1"/>
        </p:nvSpPr>
        <p:spPr>
          <a:xfrm>
            <a:off x="9416816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: Shape 12">
            <a:extLst>
              <a:ext uri="{FF2B5EF4-FFF2-40B4-BE49-F238E27FC236}">
                <a16:creationId xmlns:a16="http://schemas.microsoft.com/office/drawing/2014/main" id="{0B2D3BF4-495E-23C2-9911-15BC9E0D8EA7}"/>
              </a:ext>
            </a:extLst>
          </p:cNvPr>
          <p:cNvSpPr/>
          <p:nvPr userDrawn="1"/>
        </p:nvSpPr>
        <p:spPr>
          <a:xfrm>
            <a:off x="1571157" y="505838"/>
            <a:ext cx="1913128" cy="215954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62629C19-89EB-BC19-9230-7F7675E16EFF}"/>
              </a:ext>
            </a:extLst>
          </p:cNvPr>
          <p:cNvSpPr/>
          <p:nvPr userDrawn="1"/>
        </p:nvSpPr>
        <p:spPr>
          <a:xfrm>
            <a:off x="521034" y="0"/>
            <a:ext cx="1911968" cy="866964"/>
          </a:xfrm>
          <a:custGeom>
            <a:avLst/>
            <a:gdLst>
              <a:gd name="connsiteX0" fmla="*/ 0 w 1911968"/>
              <a:gd name="connsiteY0" fmla="*/ 0 h 866964"/>
              <a:gd name="connsiteX1" fmla="*/ 1911968 w 1911968"/>
              <a:gd name="connsiteY1" fmla="*/ 0 h 866964"/>
              <a:gd name="connsiteX2" fmla="*/ 1911621 w 1911968"/>
              <a:gd name="connsiteY2" fmla="*/ 335832 h 866964"/>
              <a:gd name="connsiteX3" fmla="*/ 956364 w 1911968"/>
              <a:gd name="connsiteY3" fmla="*/ 866964 h 866964"/>
              <a:gd name="connsiteX4" fmla="*/ 0 w 1911968"/>
              <a:gd name="connsiteY4" fmla="*/ 335755 h 866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11968" h="866964">
                <a:moveTo>
                  <a:pt x="0" y="0"/>
                </a:moveTo>
                <a:lnTo>
                  <a:pt x="1911968" y="0"/>
                </a:lnTo>
                <a:lnTo>
                  <a:pt x="1911621" y="335832"/>
                </a:lnTo>
                <a:lnTo>
                  <a:pt x="956364" y="866964"/>
                </a:lnTo>
                <a:lnTo>
                  <a:pt x="0" y="335755"/>
                </a:lnTo>
                <a:close/>
              </a:path>
            </a:pathLst>
          </a:custGeom>
          <a:solidFill>
            <a:schemeClr val="accent2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34811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28">
          <p15:clr>
            <a:srgbClr val="FBAE40"/>
          </p15:clr>
        </p15:guide>
        <p15:guide id="2" pos="504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anchor="b">
            <a:normAutofit/>
          </a:bodyPr>
          <a:lstStyle/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2" name="Freeform: Shape 5">
            <a:extLst>
              <a:ext uri="{FF2B5EF4-FFF2-40B4-BE49-F238E27FC236}">
                <a16:creationId xmlns:a16="http://schemas.microsoft.com/office/drawing/2014/main" id="{B17C1EC9-3787-8D41-B5F1-BF16FD5C7ACB}"/>
              </a:ext>
            </a:extLst>
          </p:cNvPr>
          <p:cNvSpPr/>
          <p:nvPr userDrawn="1"/>
        </p:nvSpPr>
        <p:spPr>
          <a:xfrm>
            <a:off x="3843559" y="722518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4" name="Freeform: Shape 6">
            <a:extLst>
              <a:ext uri="{FF2B5EF4-FFF2-40B4-BE49-F238E27FC236}">
                <a16:creationId xmlns:a16="http://schemas.microsoft.com/office/drawing/2014/main" id="{E945D8B2-8BED-B43F-8D56-AB19D0D29970}"/>
              </a:ext>
            </a:extLst>
          </p:cNvPr>
          <p:cNvSpPr/>
          <p:nvPr userDrawn="1"/>
        </p:nvSpPr>
        <p:spPr>
          <a:xfrm>
            <a:off x="1223929" y="1436914"/>
            <a:ext cx="2857005" cy="326977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600" noProof="0" dirty="0"/>
          </a:p>
        </p:txBody>
      </p:sp>
      <p:sp>
        <p:nvSpPr>
          <p:cNvPr id="5" name="Freeform: Shape 7">
            <a:extLst>
              <a:ext uri="{FF2B5EF4-FFF2-40B4-BE49-F238E27FC236}">
                <a16:creationId xmlns:a16="http://schemas.microsoft.com/office/drawing/2014/main" id="{3853EA5E-735A-20F3-684A-C0AD030EC2D4}"/>
              </a:ext>
            </a:extLst>
          </p:cNvPr>
          <p:cNvSpPr/>
          <p:nvPr userDrawn="1"/>
        </p:nvSpPr>
        <p:spPr>
          <a:xfrm>
            <a:off x="758702" y="3457554"/>
            <a:ext cx="1208037" cy="1381756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75DB4848-0824-8316-ED27-44DF37AD6F3D}"/>
              </a:ext>
            </a:extLst>
          </p:cNvPr>
          <p:cNvSpPr/>
          <p:nvPr userDrawn="1"/>
        </p:nvSpPr>
        <p:spPr>
          <a:xfrm>
            <a:off x="2917915" y="4662164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7" name="Straight Connector 2">
            <a:extLst>
              <a:ext uri="{FF2B5EF4-FFF2-40B4-BE49-F238E27FC236}">
                <a16:creationId xmlns:a16="http://schemas.microsoft.com/office/drawing/2014/main" id="{8784B377-2FE4-4091-C29F-46938ECFA73E}"/>
              </a:ext>
            </a:extLst>
          </p:cNvPr>
          <p:cNvCxnSpPr/>
          <p:nvPr userDrawn="1"/>
        </p:nvCxnSpPr>
        <p:spPr>
          <a:xfrm>
            <a:off x="5998709" y="4172084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26120477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E820F9CA-E84D-E159-524A-398712EC6AFE}"/>
              </a:ext>
            </a:extLst>
          </p:cNvPr>
          <p:cNvGrpSpPr/>
          <p:nvPr userDrawn="1"/>
        </p:nvGrpSpPr>
        <p:grpSpPr>
          <a:xfrm>
            <a:off x="879765" y="-10376"/>
            <a:ext cx="10794247" cy="1864808"/>
            <a:chOff x="879765" y="-10376"/>
            <a:chExt cx="10794247" cy="1864808"/>
          </a:xfrm>
        </p:grpSpPr>
        <p:sp>
          <p:nvSpPr>
            <p:cNvPr id="12" name="Freeform: Shape 12">
              <a:extLst>
                <a:ext uri="{FF2B5EF4-FFF2-40B4-BE49-F238E27FC236}">
                  <a16:creationId xmlns:a16="http://schemas.microsoft.com/office/drawing/2014/main" id="{7674207A-3643-0D40-E3B5-F11FCACBAA74}"/>
                </a:ext>
              </a:extLst>
            </p:cNvPr>
            <p:cNvSpPr/>
            <p:nvPr/>
          </p:nvSpPr>
          <p:spPr>
            <a:xfrm>
              <a:off x="8893126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7" name="Freeform: Shape 12">
              <a:extLst>
                <a:ext uri="{FF2B5EF4-FFF2-40B4-BE49-F238E27FC236}">
                  <a16:creationId xmlns:a16="http://schemas.microsoft.com/office/drawing/2014/main" id="{9619B847-88FE-63C2-96AC-161C08F5934F}"/>
                </a:ext>
              </a:extLst>
            </p:cNvPr>
            <p:cNvSpPr/>
            <p:nvPr/>
          </p:nvSpPr>
          <p:spPr>
            <a:xfrm>
              <a:off x="5985740" y="345168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228172F9-6711-D31B-2F7B-A4ECDEAB360C}"/>
                </a:ext>
              </a:extLst>
            </p:cNvPr>
            <p:cNvSpPr/>
            <p:nvPr/>
          </p:nvSpPr>
          <p:spPr>
            <a:xfrm>
              <a:off x="5255120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9" name="Freeform 7">
              <a:extLst>
                <a:ext uri="{FF2B5EF4-FFF2-40B4-BE49-F238E27FC236}">
                  <a16:creationId xmlns:a16="http://schemas.microsoft.com/office/drawing/2014/main" id="{1732E38F-F657-48F0-5783-63C7EDB52F87}"/>
                </a:ext>
              </a:extLst>
            </p:cNvPr>
            <p:cNvSpPr/>
            <p:nvPr/>
          </p:nvSpPr>
          <p:spPr>
            <a:xfrm>
              <a:off x="6710252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Freeform: Shape 12">
              <a:extLst>
                <a:ext uri="{FF2B5EF4-FFF2-40B4-BE49-F238E27FC236}">
                  <a16:creationId xmlns:a16="http://schemas.microsoft.com/office/drawing/2014/main" id="{601F8F38-CEFA-8374-19C9-69BA4F7D10DF}"/>
                </a:ext>
              </a:extLst>
            </p:cNvPr>
            <p:cNvSpPr/>
            <p:nvPr/>
          </p:nvSpPr>
          <p:spPr>
            <a:xfrm>
              <a:off x="1610385" y="35193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noFill/>
            <a:ln w="19050">
              <a:solidFill>
                <a:schemeClr val="bg2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  <p:sp>
          <p:nvSpPr>
            <p:cNvPr id="11" name="Freeform 9">
              <a:extLst>
                <a:ext uri="{FF2B5EF4-FFF2-40B4-BE49-F238E27FC236}">
                  <a16:creationId xmlns:a16="http://schemas.microsoft.com/office/drawing/2014/main" id="{0659428E-002A-3B5E-D9E8-A2B206826D40}"/>
                </a:ext>
              </a:extLst>
            </p:cNvPr>
            <p:cNvSpPr/>
            <p:nvPr/>
          </p:nvSpPr>
          <p:spPr>
            <a:xfrm>
              <a:off x="879765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 w="19050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F3F6BB30-EA63-53B6-1493-0B0220BC1FF8}"/>
                </a:ext>
              </a:extLst>
            </p:cNvPr>
            <p:cNvSpPr/>
            <p:nvPr/>
          </p:nvSpPr>
          <p:spPr>
            <a:xfrm>
              <a:off x="2336512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3B6E5B6F-28D6-E7F3-B009-0B5623E38F22}"/>
                </a:ext>
              </a:extLst>
            </p:cNvPr>
            <p:cNvSpPr/>
            <p:nvPr/>
          </p:nvSpPr>
          <p:spPr>
            <a:xfrm>
              <a:off x="8160084" y="-10376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4817D92F-B8AA-2300-DC90-9AA1D5E54408}"/>
                </a:ext>
              </a:extLst>
            </p:cNvPr>
            <p:cNvSpPr/>
            <p:nvPr/>
          </p:nvSpPr>
          <p:spPr>
            <a:xfrm>
              <a:off x="9615216" y="0"/>
              <a:ext cx="1330247" cy="603188"/>
            </a:xfrm>
            <a:custGeom>
              <a:avLst/>
              <a:gdLst>
                <a:gd name="connsiteX0" fmla="*/ 0 w 1911968"/>
                <a:gd name="connsiteY0" fmla="*/ 0 h 866964"/>
                <a:gd name="connsiteX1" fmla="*/ 1911968 w 1911968"/>
                <a:gd name="connsiteY1" fmla="*/ 0 h 866964"/>
                <a:gd name="connsiteX2" fmla="*/ 1911621 w 1911968"/>
                <a:gd name="connsiteY2" fmla="*/ 335832 h 866964"/>
                <a:gd name="connsiteX3" fmla="*/ 956364 w 1911968"/>
                <a:gd name="connsiteY3" fmla="*/ 866964 h 866964"/>
                <a:gd name="connsiteX4" fmla="*/ 0 w 1911968"/>
                <a:gd name="connsiteY4" fmla="*/ 335755 h 8669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911968" h="866964">
                  <a:moveTo>
                    <a:pt x="0" y="0"/>
                  </a:moveTo>
                  <a:lnTo>
                    <a:pt x="1911968" y="0"/>
                  </a:lnTo>
                  <a:lnTo>
                    <a:pt x="1911621" y="335832"/>
                  </a:lnTo>
                  <a:lnTo>
                    <a:pt x="956364" y="866964"/>
                  </a:lnTo>
                  <a:lnTo>
                    <a:pt x="0" y="335755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Freeform: Shape 12">
              <a:extLst>
                <a:ext uri="{FF2B5EF4-FFF2-40B4-BE49-F238E27FC236}">
                  <a16:creationId xmlns:a16="http://schemas.microsoft.com/office/drawing/2014/main" id="{F40AC1C2-6632-AEFE-E7DF-2E1BB06D857A}"/>
                </a:ext>
              </a:extLst>
            </p:cNvPr>
            <p:cNvSpPr/>
            <p:nvPr/>
          </p:nvSpPr>
          <p:spPr>
            <a:xfrm>
              <a:off x="10342958" y="320527"/>
              <a:ext cx="1331054" cy="1502495"/>
            </a:xfrm>
            <a:custGeom>
              <a:avLst/>
              <a:gdLst>
                <a:gd name="connsiteX0" fmla="*/ 2187388 w 4398682"/>
                <a:gd name="connsiteY0" fmla="*/ 0 h 5032188"/>
                <a:gd name="connsiteX1" fmla="*/ 4386729 w 4398682"/>
                <a:gd name="connsiteY1" fmla="*/ 1261035 h 5032188"/>
                <a:gd name="connsiteX2" fmla="*/ 4398682 w 4398682"/>
                <a:gd name="connsiteY2" fmla="*/ 3789083 h 5032188"/>
                <a:gd name="connsiteX3" fmla="*/ 2193365 w 4398682"/>
                <a:gd name="connsiteY3" fmla="*/ 5032188 h 5032188"/>
                <a:gd name="connsiteX4" fmla="*/ 0 w 4398682"/>
                <a:gd name="connsiteY4" fmla="*/ 3783106 h 5032188"/>
                <a:gd name="connsiteX5" fmla="*/ 0 w 4398682"/>
                <a:gd name="connsiteY5" fmla="*/ 1267012 h 5032188"/>
                <a:gd name="connsiteX6" fmla="*/ 2187388 w 4398682"/>
                <a:gd name="connsiteY6" fmla="*/ 0 h 5032188"/>
                <a:gd name="connsiteX0" fmla="*/ 2187388 w 4387647"/>
                <a:gd name="connsiteY0" fmla="*/ 0 h 5032188"/>
                <a:gd name="connsiteX1" fmla="*/ 4386729 w 4387647"/>
                <a:gd name="connsiteY1" fmla="*/ 1261035 h 5032188"/>
                <a:gd name="connsiteX2" fmla="*/ 4384192 w 4387647"/>
                <a:gd name="connsiteY2" fmla="*/ 3783287 h 5032188"/>
                <a:gd name="connsiteX3" fmla="*/ 2193365 w 4387647"/>
                <a:gd name="connsiteY3" fmla="*/ 5032188 h 5032188"/>
                <a:gd name="connsiteX4" fmla="*/ 0 w 4387647"/>
                <a:gd name="connsiteY4" fmla="*/ 3783106 h 5032188"/>
                <a:gd name="connsiteX5" fmla="*/ 0 w 4387647"/>
                <a:gd name="connsiteY5" fmla="*/ 1267012 h 5032188"/>
                <a:gd name="connsiteX6" fmla="*/ 2187388 w 4387647"/>
                <a:gd name="connsiteY6" fmla="*/ 0 h 5032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387647" h="5032188">
                  <a:moveTo>
                    <a:pt x="2187388" y="0"/>
                  </a:moveTo>
                  <a:lnTo>
                    <a:pt x="4386729" y="1261035"/>
                  </a:lnTo>
                  <a:cubicBezTo>
                    <a:pt x="4390713" y="2103718"/>
                    <a:pt x="4380208" y="2940604"/>
                    <a:pt x="4384192" y="3783287"/>
                  </a:cubicBezTo>
                  <a:lnTo>
                    <a:pt x="2193365" y="5032188"/>
                  </a:lnTo>
                  <a:lnTo>
                    <a:pt x="0" y="3783106"/>
                  </a:lnTo>
                  <a:lnTo>
                    <a:pt x="0" y="1267012"/>
                  </a:lnTo>
                  <a:lnTo>
                    <a:pt x="2187388" y="0"/>
                  </a:lnTo>
                  <a:close/>
                </a:path>
              </a:pathLst>
            </a:custGeom>
            <a:solidFill>
              <a:schemeClr val="accent5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>
              <a:noAutofit/>
            </a:bodyPr>
            <a:lstStyle/>
            <a:p>
              <a:pPr algn="ctr"/>
              <a:endParaRPr lang="en-US" sz="1800" noProof="0" dirty="0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</p:spPr>
        <p:txBody>
          <a:bodyPr/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787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with image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EC2501B-DEA6-190E-3633-E32F635B7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3200400"/>
            <a:ext cx="5029200" cy="2743200"/>
          </a:xfrm>
        </p:spPr>
        <p:txBody>
          <a:bodyPr anchor="t">
            <a:normAutofit/>
          </a:bodyPr>
          <a:lstStyle>
            <a:lvl1pPr>
              <a:defRPr sz="48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pic>
        <p:nvPicPr>
          <p:cNvPr id="10" name="Picture Placeholder 31">
            <a:extLst>
              <a:ext uri="{FF2B5EF4-FFF2-40B4-BE49-F238E27FC236}">
                <a16:creationId xmlns:a16="http://schemas.microsoft.com/office/drawing/2014/main" id="{373D33A6-83B0-5538-2873-8856E4E6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55" b="2555"/>
          <a:stretch>
            <a:fillRect/>
          </a:stretch>
        </p:blipFill>
        <p:spPr>
          <a:xfrm>
            <a:off x="6504265" y="3029080"/>
            <a:ext cx="1570617" cy="17968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  <a:solidFill>
            <a:schemeClr val="accent5">
              <a:alpha val="30000"/>
            </a:schemeClr>
          </a:solidFill>
        </p:spPr>
      </p:pic>
      <p:sp>
        <p:nvSpPr>
          <p:cNvPr id="7" name="Content placeholder 47">
            <a:extLst>
              <a:ext uri="{FF2B5EF4-FFF2-40B4-BE49-F238E27FC236}">
                <a16:creationId xmlns:a16="http://schemas.microsoft.com/office/drawing/2014/main" id="{3944D979-8121-82AA-A130-38072F1EA83F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7493157" y="529148"/>
            <a:ext cx="4248873" cy="473113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 dirty="0"/>
              <a:t>Click icon to add picture≈≈</a:t>
            </a:r>
          </a:p>
        </p:txBody>
      </p:sp>
      <p:sp>
        <p:nvSpPr>
          <p:cNvPr id="27" name="Content placeholder 47" descr="Click icon to add picture">
            <a:extLst>
              <a:ext uri="{FF2B5EF4-FFF2-40B4-BE49-F238E27FC236}">
                <a16:creationId xmlns:a16="http://schemas.microsoft.com/office/drawing/2014/main" id="{EA8265B5-83C5-4AE9-88AB-3F2443B57F0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1872" y="2240280"/>
            <a:ext cx="5029200" cy="76028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0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 noProof="0"/>
              <a:t>Click to edit Master text styles</a:t>
            </a:r>
          </a:p>
        </p:txBody>
      </p:sp>
      <p:sp>
        <p:nvSpPr>
          <p:cNvPr id="5" name="Freeform: Shape 25">
            <a:extLst>
              <a:ext uri="{FF2B5EF4-FFF2-40B4-BE49-F238E27FC236}">
                <a16:creationId xmlns:a16="http://schemas.microsoft.com/office/drawing/2014/main" id="{8A1DBD66-3066-DF70-EF94-95DF0D7A6503}"/>
              </a:ext>
            </a:extLst>
          </p:cNvPr>
          <p:cNvSpPr/>
          <p:nvPr userDrawn="1"/>
        </p:nvSpPr>
        <p:spPr>
          <a:xfrm flipH="1">
            <a:off x="7400972" y="4594440"/>
            <a:ext cx="1347680" cy="158117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Freeform: Shape 11">
            <a:extLst>
              <a:ext uri="{FF2B5EF4-FFF2-40B4-BE49-F238E27FC236}">
                <a16:creationId xmlns:a16="http://schemas.microsoft.com/office/drawing/2014/main" id="{D2CC929C-40BF-4EF5-7910-7F657CAF8CA9}"/>
              </a:ext>
            </a:extLst>
          </p:cNvPr>
          <p:cNvSpPr/>
          <p:nvPr userDrawn="1"/>
        </p:nvSpPr>
        <p:spPr>
          <a:xfrm>
            <a:off x="6521016" y="4772906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cxnSp>
        <p:nvCxnSpPr>
          <p:cNvPr id="9" name="Straight Connector 2">
            <a:extLst>
              <a:ext uri="{FF2B5EF4-FFF2-40B4-BE49-F238E27FC236}">
                <a16:creationId xmlns:a16="http://schemas.microsoft.com/office/drawing/2014/main" id="{66E94398-47F0-267C-6791-5C30B1CEF496}"/>
              </a:ext>
            </a:extLst>
          </p:cNvPr>
          <p:cNvCxnSpPr/>
          <p:nvPr userDrawn="1"/>
        </p:nvCxnSpPr>
        <p:spPr>
          <a:xfrm>
            <a:off x="1142663" y="2282891"/>
            <a:ext cx="0" cy="760288"/>
          </a:xfrm>
          <a:prstGeom prst="line">
            <a:avLst/>
          </a:prstGeom>
          <a:noFill/>
          <a:ln w="19050" cap="flat" cmpd="sng" algn="ctr">
            <a:solidFill>
              <a:srgbClr val="D84400"/>
            </a:solidFill>
            <a:prstDash val="solid"/>
            <a:miter lim="800000"/>
          </a:ln>
          <a:effectLst/>
        </p:spPr>
      </p:cxnSp>
    </p:spTree>
    <p:extLst>
      <p:ext uri="{BB962C8B-B14F-4D97-AF65-F5344CB8AC3E}">
        <p14:creationId xmlns:p14="http://schemas.microsoft.com/office/powerpoint/2010/main" val="7779262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528">
          <p15:clr>
            <a:srgbClr val="FBAE40"/>
          </p15:clr>
        </p15:guide>
        <p15:guide id="2" orient="horz" pos="528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4">
            <a:extLst>
              <a:ext uri="{FF2B5EF4-FFF2-40B4-BE49-F238E27FC236}">
                <a16:creationId xmlns:a16="http://schemas.microsoft.com/office/drawing/2014/main" id="{05751864-B11A-0286-13EA-2AC2A2C8D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4663440" cy="173736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E7A93C-2947-B6E4-C693-7C485DDC0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52160" y="731520"/>
            <a:ext cx="5486400" cy="17373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E8A3F288-990F-014E-F099-1E3091477CA7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914400" y="2743200"/>
            <a:ext cx="8348472" cy="3374136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3F619E6B-153E-B522-47EB-4104C405736C}"/>
              </a:ext>
            </a:extLst>
          </p:cNvPr>
          <p:cNvSpPr/>
          <p:nvPr userDrawn="1"/>
        </p:nvSpPr>
        <p:spPr>
          <a:xfrm>
            <a:off x="10551278" y="4665388"/>
            <a:ext cx="603952" cy="68174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687A7B3D-E004-6D6A-5979-8F1BADBC9237}"/>
              </a:ext>
            </a:extLst>
          </p:cNvPr>
          <p:cNvSpPr/>
          <p:nvPr userDrawn="1"/>
        </p:nvSpPr>
        <p:spPr>
          <a:xfrm>
            <a:off x="10524774" y="5146146"/>
            <a:ext cx="1667226" cy="1711855"/>
          </a:xfrm>
          <a:custGeom>
            <a:avLst/>
            <a:gdLst>
              <a:gd name="connsiteX0" fmla="*/ 998834 w 1667226"/>
              <a:gd name="connsiteY0" fmla="*/ 0 h 1711855"/>
              <a:gd name="connsiteX1" fmla="*/ 1667226 w 1667226"/>
              <a:gd name="connsiteY1" fmla="*/ 373790 h 1711855"/>
              <a:gd name="connsiteX2" fmla="*/ 1667226 w 1667226"/>
              <a:gd name="connsiteY2" fmla="*/ 1711855 h 1711855"/>
              <a:gd name="connsiteX3" fmla="*/ 48502 w 1667226"/>
              <a:gd name="connsiteY3" fmla="*/ 1711855 h 1711855"/>
              <a:gd name="connsiteX4" fmla="*/ 0 w 1667226"/>
              <a:gd name="connsiteY4" fmla="*/ 1684915 h 1711855"/>
              <a:gd name="connsiteX5" fmla="*/ 0 w 1667226"/>
              <a:gd name="connsiteY5" fmla="*/ 564300 h 1711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67226" h="1711855">
                <a:moveTo>
                  <a:pt x="998834" y="0"/>
                </a:moveTo>
                <a:lnTo>
                  <a:pt x="1667226" y="373790"/>
                </a:lnTo>
                <a:lnTo>
                  <a:pt x="1667226" y="1711855"/>
                </a:lnTo>
                <a:lnTo>
                  <a:pt x="48502" y="1711855"/>
                </a:lnTo>
                <a:lnTo>
                  <a:pt x="0" y="1684915"/>
                </a:lnTo>
                <a:lnTo>
                  <a:pt x="0" y="564300"/>
                </a:ln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: Shape 11">
            <a:extLst>
              <a:ext uri="{FF2B5EF4-FFF2-40B4-BE49-F238E27FC236}">
                <a16:creationId xmlns:a16="http://schemas.microsoft.com/office/drawing/2014/main" id="{A4CA3A93-BDBF-112D-54A0-05BF6B06BCC1}"/>
              </a:ext>
            </a:extLst>
          </p:cNvPr>
          <p:cNvSpPr/>
          <p:nvPr userDrawn="1"/>
        </p:nvSpPr>
        <p:spPr>
          <a:xfrm>
            <a:off x="10177285" y="5347130"/>
            <a:ext cx="748554" cy="856361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F7A154B-D8F5-C1FB-307D-496380875BD1}"/>
              </a:ext>
            </a:extLst>
          </p:cNvPr>
          <p:cNvSpPr>
            <a:spLocks noGrp="1"/>
          </p:cNvSpPr>
          <p:nvPr>
            <p:ph type="ftr" sz="quarter" idx="28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28715E-D2CE-A33E-1A28-4E627F239BBE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2121256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50C1D3CF-F6AF-93EB-C40E-C278E58442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3931920" cy="210312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317990C-ED42-30BE-0501-F9C5B4A48B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931920" cy="265176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4AC62875-1B1B-E814-6549-162A8DBF8929}"/>
              </a:ext>
            </a:extLst>
          </p:cNvPr>
          <p:cNvSpPr>
            <a:spLocks noGrp="1"/>
          </p:cNvSpPr>
          <p:nvPr>
            <p:ph type="pic" sz="quarter" idx="54"/>
          </p:nvPr>
        </p:nvSpPr>
        <p:spPr>
          <a:xfrm>
            <a:off x="5745002" y="0"/>
            <a:ext cx="6446999" cy="6858000"/>
          </a:xfrm>
          <a:custGeom>
            <a:avLst/>
            <a:gdLst>
              <a:gd name="connsiteX0" fmla="*/ 2513726 w 6446999"/>
              <a:gd name="connsiteY0" fmla="*/ 0 h 6858000"/>
              <a:gd name="connsiteX1" fmla="*/ 4301949 w 6446999"/>
              <a:gd name="connsiteY1" fmla="*/ 0 h 6858000"/>
              <a:gd name="connsiteX2" fmla="*/ 6446999 w 6446999"/>
              <a:gd name="connsiteY2" fmla="*/ 1338386 h 6858000"/>
              <a:gd name="connsiteX3" fmla="*/ 6446999 w 6446999"/>
              <a:gd name="connsiteY3" fmla="*/ 5624376 h 6858000"/>
              <a:gd name="connsiteX4" fmla="*/ 4342124 w 6446999"/>
              <a:gd name="connsiteY4" fmla="*/ 6858000 h 6858000"/>
              <a:gd name="connsiteX5" fmla="*/ 2553921 w 6446999"/>
              <a:gd name="connsiteY5" fmla="*/ 6858000 h 6858000"/>
              <a:gd name="connsiteX6" fmla="*/ 661 w 6446999"/>
              <a:gd name="connsiteY6" fmla="*/ 5339864 h 6858000"/>
              <a:gd name="connsiteX7" fmla="*/ 299 w 6446999"/>
              <a:gd name="connsiteY7" fmla="*/ 1396044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446999" h="6858000">
                <a:moveTo>
                  <a:pt x="2513726" y="0"/>
                </a:moveTo>
                <a:lnTo>
                  <a:pt x="4301949" y="0"/>
                </a:lnTo>
                <a:lnTo>
                  <a:pt x="6446999" y="1338386"/>
                </a:lnTo>
                <a:lnTo>
                  <a:pt x="6446999" y="5624376"/>
                </a:lnTo>
                <a:lnTo>
                  <a:pt x="4342124" y="6858000"/>
                </a:lnTo>
                <a:lnTo>
                  <a:pt x="2553921" y="6858000"/>
                </a:lnTo>
                <a:lnTo>
                  <a:pt x="661" y="5339864"/>
                </a:lnTo>
                <a:cubicBezTo>
                  <a:pt x="-1473" y="4048155"/>
                  <a:pt x="2433" y="2687753"/>
                  <a:pt x="299" y="1396044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marL="0" indent="0">
              <a:buNone/>
              <a:defRPr sz="1600"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F6C45B-70BB-86F1-1866-F93BEC26ACF8}"/>
              </a:ext>
            </a:extLst>
          </p:cNvPr>
          <p:cNvSpPr>
            <a:spLocks noGrp="1"/>
          </p:cNvSpPr>
          <p:nvPr>
            <p:ph type="ftr" sz="quarter" idx="52"/>
          </p:nvPr>
        </p:nvSpPr>
        <p:spPr/>
        <p:txBody>
          <a:bodyPr>
            <a:noAutofit/>
          </a:bodyPr>
          <a:lstStyle/>
          <a:p>
            <a:endParaRPr lang="en-US" noProof="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70044D-485D-043B-9D5B-C01AA8E06447}"/>
              </a:ext>
            </a:extLst>
          </p:cNvPr>
          <p:cNvSpPr>
            <a:spLocks noGrp="1"/>
          </p:cNvSpPr>
          <p:nvPr>
            <p:ph type="sldNum" sz="quarter" idx="53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91FB993-29E1-3DBD-8335-7970016F8D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5203802" y="480395"/>
            <a:ext cx="1896941" cy="217161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 cap="flat" cmpd="sng" algn="ctr">
            <a:solidFill>
              <a:srgbClr val="C95B3A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dirty="0">
              <a:ln>
                <a:noFill/>
              </a:ln>
              <a:solidFill>
                <a:srgbClr val="F7D952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61259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3">
            <a:extLst>
              <a:ext uri="{FF2B5EF4-FFF2-40B4-BE49-F238E27FC236}">
                <a16:creationId xmlns:a16="http://schemas.microsoft.com/office/drawing/2014/main" id="{12BFFCE7-C68B-4904-8795-9589C3F38FD4}"/>
              </a:ext>
            </a:extLst>
          </p:cNvPr>
          <p:cNvSpPr/>
          <p:nvPr userDrawn="1"/>
        </p:nvSpPr>
        <p:spPr>
          <a:xfrm>
            <a:off x="636161" y="5854024"/>
            <a:ext cx="2330137" cy="708120"/>
          </a:xfrm>
          <a:prstGeom prst="rect">
            <a:avLst/>
          </a:prstGeom>
          <a:solidFill>
            <a:srgbClr val="0F263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Freeform: Shape 19">
            <a:extLst>
              <a:ext uri="{FF2B5EF4-FFF2-40B4-BE49-F238E27FC236}">
                <a16:creationId xmlns:a16="http://schemas.microsoft.com/office/drawing/2014/main" id="{9D307BA6-8A60-85D7-CC8B-894256DC4B90}"/>
              </a:ext>
            </a:extLst>
          </p:cNvPr>
          <p:cNvSpPr/>
          <p:nvPr userDrawn="1"/>
        </p:nvSpPr>
        <p:spPr>
          <a:xfrm>
            <a:off x="8517470" y="2248218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7" name="Freeform: Shape 19">
            <a:extLst>
              <a:ext uri="{FF2B5EF4-FFF2-40B4-BE49-F238E27FC236}">
                <a16:creationId xmlns:a16="http://schemas.microsoft.com/office/drawing/2014/main" id="{F38B75F8-75D4-4B41-B7C7-433032DD0A6F}"/>
              </a:ext>
            </a:extLst>
          </p:cNvPr>
          <p:cNvSpPr/>
          <p:nvPr userDrawn="1"/>
        </p:nvSpPr>
        <p:spPr>
          <a:xfrm>
            <a:off x="9578882" y="460803"/>
            <a:ext cx="1886361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8" name="Freeform: Shape 24">
            <a:extLst>
              <a:ext uri="{FF2B5EF4-FFF2-40B4-BE49-F238E27FC236}">
                <a16:creationId xmlns:a16="http://schemas.microsoft.com/office/drawing/2014/main" id="{671D1224-EDDC-4900-92DC-13608D44C524}"/>
              </a:ext>
            </a:extLst>
          </p:cNvPr>
          <p:cNvSpPr/>
          <p:nvPr userDrawn="1"/>
        </p:nvSpPr>
        <p:spPr>
          <a:xfrm>
            <a:off x="9522496" y="4057904"/>
            <a:ext cx="1886359" cy="2213189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635A9E44-4E60-1AD1-0B85-72422683B48A}"/>
              </a:ext>
            </a:extLst>
          </p:cNvPr>
          <p:cNvSpPr/>
          <p:nvPr userDrawn="1"/>
        </p:nvSpPr>
        <p:spPr>
          <a:xfrm>
            <a:off x="11034052" y="3709992"/>
            <a:ext cx="1173188" cy="1502830"/>
          </a:xfrm>
          <a:custGeom>
            <a:avLst/>
            <a:gdLst>
              <a:gd name="connsiteX0" fmla="*/ 638572 w 1157948"/>
              <a:gd name="connsiteY0" fmla="*/ 0 h 1502830"/>
              <a:gd name="connsiteX1" fmla="*/ 0 w 1157948"/>
              <a:gd name="connsiteY1" fmla="*/ 378385 h 1502830"/>
              <a:gd name="connsiteX2" fmla="*/ 0 w 1157948"/>
              <a:gd name="connsiteY2" fmla="*/ 1129800 h 1502830"/>
              <a:gd name="connsiteX3" fmla="*/ 640317 w 1157948"/>
              <a:gd name="connsiteY3" fmla="*/ 1502830 h 1502830"/>
              <a:gd name="connsiteX4" fmla="*/ 1157948 w 1157948"/>
              <a:gd name="connsiteY4" fmla="*/ 1200968 h 1502830"/>
              <a:gd name="connsiteX5" fmla="*/ 1157948 w 1157948"/>
              <a:gd name="connsiteY5" fmla="*/ 304639 h 15028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7948" h="1502830">
                <a:moveTo>
                  <a:pt x="638572" y="0"/>
                </a:moveTo>
                <a:lnTo>
                  <a:pt x="0" y="378385"/>
                </a:lnTo>
                <a:lnTo>
                  <a:pt x="0" y="1129800"/>
                </a:lnTo>
                <a:lnTo>
                  <a:pt x="640317" y="1502830"/>
                </a:lnTo>
                <a:lnTo>
                  <a:pt x="1157948" y="1200968"/>
                </a:lnTo>
                <a:lnTo>
                  <a:pt x="1157948" y="304639"/>
                </a:lnTo>
                <a:close/>
              </a:path>
            </a:pathLst>
          </a:custGeom>
          <a:noFill/>
          <a:ln w="190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D041C638-CBB8-1159-9AF8-B5D14CC7BE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noProof="0"/>
              <a:t>Click to edit Master title style</a:t>
            </a:r>
            <a:endParaRPr lang="en-US" noProof="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E34C76-4814-6AFA-CEFD-F82B9ED9BB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D42F254A-B4C7-D072-FEB9-22F9A2B0CA64}"/>
              </a:ext>
            </a:extLst>
          </p:cNvPr>
          <p:cNvSpPr>
            <a:spLocks noGrp="1"/>
          </p:cNvSpPr>
          <p:nvPr>
            <p:ph idx="56"/>
          </p:nvPr>
        </p:nvSpPr>
        <p:spPr>
          <a:xfrm>
            <a:off x="4754880" y="3108960"/>
            <a:ext cx="3291840" cy="2651760"/>
          </a:xfrm>
        </p:spPr>
        <p:txBody>
          <a:bodyPr/>
          <a:lstStyle>
            <a:lvl1pPr marL="0" indent="0">
              <a:buNone/>
              <a:defRPr sz="1800"/>
            </a:lvl1pPr>
            <a:lvl2pPr marL="347472">
              <a:defRPr sz="1800"/>
            </a:lvl2pPr>
            <a:lvl3pPr marL="731520">
              <a:defRPr sz="1800"/>
            </a:lvl3pPr>
            <a:lvl4pPr marL="1097280"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85DBF4DF-D0B4-1DA6-0271-5D4033A9C19C}"/>
              </a:ext>
            </a:extLst>
          </p:cNvPr>
          <p:cNvSpPr>
            <a:spLocks noGrp="1"/>
          </p:cNvSpPr>
          <p:nvPr>
            <p:ph type="ftr" sz="quarter" idx="57"/>
          </p:nvPr>
        </p:nvSpPr>
        <p:spPr/>
        <p:txBody>
          <a:bodyPr/>
          <a:lstStyle/>
          <a:p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07335A-F59E-2A6C-D2D6-F10391DA8D6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36136463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4">
            <a:extLst>
              <a:ext uri="{FF2B5EF4-FFF2-40B4-BE49-F238E27FC236}">
                <a16:creationId xmlns:a16="http://schemas.microsoft.com/office/drawing/2014/main" id="{F73BF8E3-2426-5D65-6582-D4B03C765A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10510" y="2016579"/>
            <a:ext cx="4441188" cy="277585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Content placeholder 47">
            <a:extLst>
              <a:ext uri="{FF2B5EF4-FFF2-40B4-BE49-F238E27FC236}">
                <a16:creationId xmlns:a16="http://schemas.microsoft.com/office/drawing/2014/main" id="{117BCD91-6BBA-AACD-3424-C3A4E5C1AB1D}"/>
              </a:ext>
            </a:extLst>
          </p:cNvPr>
          <p:cNvSpPr>
            <a:spLocks noGrp="1" noChangeAspect="1"/>
          </p:cNvSpPr>
          <p:nvPr>
            <p:ph type="pic" sz="quarter" idx="48"/>
          </p:nvPr>
        </p:nvSpPr>
        <p:spPr>
          <a:xfrm>
            <a:off x="914400" y="539496"/>
            <a:ext cx="5025207" cy="5779008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  <p:txBody>
          <a:bodyPr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 noProof="0"/>
              <a:t>Click icon to add picture</a:t>
            </a:r>
            <a:endParaRPr lang="en-US" altLang="zh-CN" noProof="0" dirty="0"/>
          </a:p>
        </p:txBody>
      </p:sp>
      <p:pic>
        <p:nvPicPr>
          <p:cNvPr id="7" name="Shape 33">
            <a:extLst>
              <a:ext uri="{FF2B5EF4-FFF2-40B4-BE49-F238E27FC236}">
                <a16:creationId xmlns:a16="http://schemas.microsoft.com/office/drawing/2014/main" id="{78B6A20E-2402-E586-7E92-A2C0D0B854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52010" y="4038403"/>
            <a:ext cx="1438713" cy="1645920"/>
          </a:xfrm>
          <a:custGeom>
            <a:avLst/>
            <a:gdLst>
              <a:gd name="connsiteX0" fmla="*/ 0 w 4816475"/>
              <a:gd name="connsiteY0" fmla="*/ 2407444 h 4814888"/>
              <a:gd name="connsiteX1" fmla="*/ 1203722 w 4816475"/>
              <a:gd name="connsiteY1" fmla="*/ 1 h 4814888"/>
              <a:gd name="connsiteX2" fmla="*/ 3612753 w 4816475"/>
              <a:gd name="connsiteY2" fmla="*/ 1 h 4814888"/>
              <a:gd name="connsiteX3" fmla="*/ 4816475 w 4816475"/>
              <a:gd name="connsiteY3" fmla="*/ 2407444 h 4814888"/>
              <a:gd name="connsiteX4" fmla="*/ 3612753 w 4816475"/>
              <a:gd name="connsiteY4" fmla="*/ 4814887 h 4814888"/>
              <a:gd name="connsiteX5" fmla="*/ 1203722 w 4816475"/>
              <a:gd name="connsiteY5" fmla="*/ 4814887 h 4814888"/>
              <a:gd name="connsiteX6" fmla="*/ 0 w 4816475"/>
              <a:gd name="connsiteY6" fmla="*/ 2407444 h 4814888"/>
              <a:gd name="connsiteX0" fmla="*/ 0 w 4816475"/>
              <a:gd name="connsiteY0" fmla="*/ 2407443 h 4814886"/>
              <a:gd name="connsiteX1" fmla="*/ 2199402 w 4816475"/>
              <a:gd name="connsiteY1" fmla="*/ 243840 h 4814886"/>
              <a:gd name="connsiteX2" fmla="*/ 3612753 w 4816475"/>
              <a:gd name="connsiteY2" fmla="*/ 0 h 4814886"/>
              <a:gd name="connsiteX3" fmla="*/ 4816475 w 4816475"/>
              <a:gd name="connsiteY3" fmla="*/ 2407443 h 4814886"/>
              <a:gd name="connsiteX4" fmla="*/ 3612753 w 4816475"/>
              <a:gd name="connsiteY4" fmla="*/ 4814886 h 4814886"/>
              <a:gd name="connsiteX5" fmla="*/ 1203722 w 4816475"/>
              <a:gd name="connsiteY5" fmla="*/ 4814886 h 4814886"/>
              <a:gd name="connsiteX6" fmla="*/ 0 w 4816475"/>
              <a:gd name="connsiteY6" fmla="*/ 2407443 h 4814886"/>
              <a:gd name="connsiteX0" fmla="*/ 0 w 4816475"/>
              <a:gd name="connsiteY0" fmla="*/ 2163603 h 4571046"/>
              <a:gd name="connsiteX1" fmla="*/ 2199402 w 4816475"/>
              <a:gd name="connsiteY1" fmla="*/ 0 h 4571046"/>
              <a:gd name="connsiteX2" fmla="*/ 4608433 w 4816475"/>
              <a:gd name="connsiteY2" fmla="*/ 721360 h 4571046"/>
              <a:gd name="connsiteX3" fmla="*/ 4816475 w 4816475"/>
              <a:gd name="connsiteY3" fmla="*/ 2163603 h 4571046"/>
              <a:gd name="connsiteX4" fmla="*/ 3612753 w 4816475"/>
              <a:gd name="connsiteY4" fmla="*/ 4571046 h 4571046"/>
              <a:gd name="connsiteX5" fmla="*/ 1203722 w 4816475"/>
              <a:gd name="connsiteY5" fmla="*/ 4571046 h 4571046"/>
              <a:gd name="connsiteX6" fmla="*/ 0 w 4816475"/>
              <a:gd name="connsiteY6" fmla="*/ 2163603 h 4571046"/>
              <a:gd name="connsiteX0" fmla="*/ 0 w 4958715"/>
              <a:gd name="connsiteY0" fmla="*/ 2163603 h 4571046"/>
              <a:gd name="connsiteX1" fmla="*/ 2199402 w 4958715"/>
              <a:gd name="connsiteY1" fmla="*/ 0 h 4571046"/>
              <a:gd name="connsiteX2" fmla="*/ 4608433 w 4958715"/>
              <a:gd name="connsiteY2" fmla="*/ 721360 h 4571046"/>
              <a:gd name="connsiteX3" fmla="*/ 4958715 w 4958715"/>
              <a:gd name="connsiteY3" fmla="*/ 2803683 h 4571046"/>
              <a:gd name="connsiteX4" fmla="*/ 3612753 w 4958715"/>
              <a:gd name="connsiteY4" fmla="*/ 4571046 h 4571046"/>
              <a:gd name="connsiteX5" fmla="*/ 1203722 w 4958715"/>
              <a:gd name="connsiteY5" fmla="*/ 4571046 h 4571046"/>
              <a:gd name="connsiteX6" fmla="*/ 0 w 4958715"/>
              <a:gd name="connsiteY6" fmla="*/ 2163603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1161050 w 4916043"/>
              <a:gd name="connsiteY5" fmla="*/ 4571046 h 4571046"/>
              <a:gd name="connsiteX6" fmla="*/ 0 w 4916043"/>
              <a:gd name="connsiteY6" fmla="*/ 1273587 h 4571046"/>
              <a:gd name="connsiteX0" fmla="*/ 0 w 4916043"/>
              <a:gd name="connsiteY0" fmla="*/ 1273587 h 4571046"/>
              <a:gd name="connsiteX1" fmla="*/ 2156730 w 4916043"/>
              <a:gd name="connsiteY1" fmla="*/ 0 h 4571046"/>
              <a:gd name="connsiteX2" fmla="*/ 4565761 w 4916043"/>
              <a:gd name="connsiteY2" fmla="*/ 721360 h 4571046"/>
              <a:gd name="connsiteX3" fmla="*/ 4916043 w 4916043"/>
              <a:gd name="connsiteY3" fmla="*/ 2803683 h 4571046"/>
              <a:gd name="connsiteX4" fmla="*/ 3570081 w 4916043"/>
              <a:gd name="connsiteY4" fmla="*/ 4571046 h 4571046"/>
              <a:gd name="connsiteX5" fmla="*/ 21098 w 4916043"/>
              <a:gd name="connsiteY5" fmla="*/ 3815142 h 4571046"/>
              <a:gd name="connsiteX6" fmla="*/ 0 w 4916043"/>
              <a:gd name="connsiteY6" fmla="*/ 1273587 h 4571046"/>
              <a:gd name="connsiteX0" fmla="*/ 0 w 4916043"/>
              <a:gd name="connsiteY0" fmla="*/ 1273587 h 5066346"/>
              <a:gd name="connsiteX1" fmla="*/ 2156730 w 4916043"/>
              <a:gd name="connsiteY1" fmla="*/ 0 h 5066346"/>
              <a:gd name="connsiteX2" fmla="*/ 4565761 w 4916043"/>
              <a:gd name="connsiteY2" fmla="*/ 721360 h 5066346"/>
              <a:gd name="connsiteX3" fmla="*/ 4916043 w 4916043"/>
              <a:gd name="connsiteY3" fmla="*/ 2803683 h 5066346"/>
              <a:gd name="connsiteX4" fmla="*/ 2236581 w 4916043"/>
              <a:gd name="connsiteY4" fmla="*/ 5066346 h 5066346"/>
              <a:gd name="connsiteX5" fmla="*/ 21098 w 4916043"/>
              <a:gd name="connsiteY5" fmla="*/ 3815142 h 5066346"/>
              <a:gd name="connsiteX6" fmla="*/ 0 w 4916043"/>
              <a:gd name="connsiteY6" fmla="*/ 1273587 h 5066346"/>
              <a:gd name="connsiteX0" fmla="*/ 0 w 4565761"/>
              <a:gd name="connsiteY0" fmla="*/ 1273587 h 5066346"/>
              <a:gd name="connsiteX1" fmla="*/ 2156730 w 4565761"/>
              <a:gd name="connsiteY1" fmla="*/ 0 h 5066346"/>
              <a:gd name="connsiteX2" fmla="*/ 4565761 w 4565761"/>
              <a:gd name="connsiteY2" fmla="*/ 721360 h 5066346"/>
              <a:gd name="connsiteX3" fmla="*/ 4405503 w 4565761"/>
              <a:gd name="connsiteY3" fmla="*/ 3801903 h 5066346"/>
              <a:gd name="connsiteX4" fmla="*/ 2236581 w 4565761"/>
              <a:gd name="connsiteY4" fmla="*/ 5066346 h 5066346"/>
              <a:gd name="connsiteX5" fmla="*/ 21098 w 4565761"/>
              <a:gd name="connsiteY5" fmla="*/ 3815142 h 5066346"/>
              <a:gd name="connsiteX6" fmla="*/ 0 w 4565761"/>
              <a:gd name="connsiteY6" fmla="*/ 1273587 h 5066346"/>
              <a:gd name="connsiteX0" fmla="*/ 0 w 4405503"/>
              <a:gd name="connsiteY0" fmla="*/ 1273587 h 5066346"/>
              <a:gd name="connsiteX1" fmla="*/ 2156730 w 4405503"/>
              <a:gd name="connsiteY1" fmla="*/ 0 h 5066346"/>
              <a:gd name="connsiteX2" fmla="*/ 4398121 w 4405503"/>
              <a:gd name="connsiteY2" fmla="*/ 1277620 h 5066346"/>
              <a:gd name="connsiteX3" fmla="*/ 4405503 w 4405503"/>
              <a:gd name="connsiteY3" fmla="*/ 3801903 h 5066346"/>
              <a:gd name="connsiteX4" fmla="*/ 2236581 w 4405503"/>
              <a:gd name="connsiteY4" fmla="*/ 5066346 h 5066346"/>
              <a:gd name="connsiteX5" fmla="*/ 21098 w 4405503"/>
              <a:gd name="connsiteY5" fmla="*/ 3815142 h 5066346"/>
              <a:gd name="connsiteX6" fmla="*/ 0 w 4405503"/>
              <a:gd name="connsiteY6" fmla="*/ 1273587 h 50663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05503" h="5066346">
                <a:moveTo>
                  <a:pt x="0" y="1273587"/>
                </a:moveTo>
                <a:lnTo>
                  <a:pt x="2156730" y="0"/>
                </a:lnTo>
                <a:lnTo>
                  <a:pt x="4398121" y="1277620"/>
                </a:lnTo>
                <a:cubicBezTo>
                  <a:pt x="4400582" y="2119048"/>
                  <a:pt x="4403042" y="2960475"/>
                  <a:pt x="4405503" y="3801903"/>
                </a:cubicBezTo>
                <a:lnTo>
                  <a:pt x="2236581" y="5066346"/>
                </a:lnTo>
                <a:lnTo>
                  <a:pt x="21098" y="3815142"/>
                </a:lnTo>
                <a:lnTo>
                  <a:pt x="0" y="1273587"/>
                </a:lnTo>
                <a:close/>
              </a:path>
            </a:pathLst>
          </a:custGeom>
        </p:spPr>
      </p:pic>
      <p:sp>
        <p:nvSpPr>
          <p:cNvPr id="3" name="Freeform: Shape 11">
            <a:extLst>
              <a:ext uri="{FF2B5EF4-FFF2-40B4-BE49-F238E27FC236}">
                <a16:creationId xmlns:a16="http://schemas.microsoft.com/office/drawing/2014/main" id="{20E24AA2-A4D8-FFB3-C801-0E57990B8CB6}"/>
              </a:ext>
            </a:extLst>
          </p:cNvPr>
          <p:cNvSpPr/>
          <p:nvPr userDrawn="1"/>
        </p:nvSpPr>
        <p:spPr>
          <a:xfrm>
            <a:off x="1360235" y="5541405"/>
            <a:ext cx="663381" cy="75892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98682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94698" y="2946400"/>
                  <a:pt x="4398682" y="3789083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Posterama Text SemiBold"/>
              <a:ea typeface="+mn-ea"/>
              <a:cs typeface="+mn-cs"/>
            </a:endParaRPr>
          </a:p>
        </p:txBody>
      </p:sp>
      <p:sp>
        <p:nvSpPr>
          <p:cNvPr id="9" name="Freeform: Shape 5">
            <a:extLst>
              <a:ext uri="{FF2B5EF4-FFF2-40B4-BE49-F238E27FC236}">
                <a16:creationId xmlns:a16="http://schemas.microsoft.com/office/drawing/2014/main" id="{1FEC53F3-5030-5BCF-54CA-ABB14457C073}"/>
              </a:ext>
            </a:extLst>
          </p:cNvPr>
          <p:cNvSpPr/>
          <p:nvPr userDrawn="1"/>
        </p:nvSpPr>
        <p:spPr>
          <a:xfrm>
            <a:off x="5429027" y="393334"/>
            <a:ext cx="1244907" cy="1405252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4077113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">
            <a:extLst>
              <a:ext uri="{FF2B5EF4-FFF2-40B4-BE49-F238E27FC236}">
                <a16:creationId xmlns:a16="http://schemas.microsoft.com/office/drawing/2014/main" id="{86721E85-C7DE-A05F-D33D-97CAF161E33A}"/>
              </a:ext>
            </a:extLst>
          </p:cNvPr>
          <p:cNvSpPr/>
          <p:nvPr userDrawn="1"/>
        </p:nvSpPr>
        <p:spPr>
          <a:xfrm>
            <a:off x="0" y="2860787"/>
            <a:ext cx="2004570" cy="3676532"/>
          </a:xfrm>
          <a:custGeom>
            <a:avLst/>
            <a:gdLst>
              <a:gd name="connsiteX0" fmla="*/ 417538 w 2004570"/>
              <a:gd name="connsiteY0" fmla="*/ 0 h 3676532"/>
              <a:gd name="connsiteX1" fmla="*/ 2004570 w 2004570"/>
              <a:gd name="connsiteY1" fmla="*/ 925683 h 3676532"/>
              <a:gd name="connsiteX2" fmla="*/ 2004570 w 2004570"/>
              <a:gd name="connsiteY2" fmla="*/ 2763949 h 3676532"/>
              <a:gd name="connsiteX3" fmla="*/ 413202 w 2004570"/>
              <a:gd name="connsiteY3" fmla="*/ 3676532 h 3676532"/>
              <a:gd name="connsiteX4" fmla="*/ 0 w 2004570"/>
              <a:gd name="connsiteY4" fmla="*/ 3439338 h 3676532"/>
              <a:gd name="connsiteX5" fmla="*/ 0 w 2004570"/>
              <a:gd name="connsiteY5" fmla="*/ 241075 h 36765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04570" h="3676532">
                <a:moveTo>
                  <a:pt x="417538" y="0"/>
                </a:moveTo>
                <a:lnTo>
                  <a:pt x="2004570" y="925683"/>
                </a:lnTo>
                <a:lnTo>
                  <a:pt x="2004570" y="2763949"/>
                </a:lnTo>
                <a:lnTo>
                  <a:pt x="413202" y="3676532"/>
                </a:lnTo>
                <a:lnTo>
                  <a:pt x="0" y="3439338"/>
                </a:lnTo>
                <a:lnTo>
                  <a:pt x="0" y="24107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2BA5A58B-9440-7DAB-E7D7-3143B049FBAC}"/>
              </a:ext>
            </a:extLst>
          </p:cNvPr>
          <p:cNvSpPr/>
          <p:nvPr userDrawn="1"/>
        </p:nvSpPr>
        <p:spPr>
          <a:xfrm flipH="1">
            <a:off x="657773" y="5253270"/>
            <a:ext cx="1710765" cy="1621875"/>
          </a:xfrm>
          <a:custGeom>
            <a:avLst/>
            <a:gdLst>
              <a:gd name="connsiteX0" fmla="*/ 852873 w 1710765"/>
              <a:gd name="connsiteY0" fmla="*/ 0 h 1593273"/>
              <a:gd name="connsiteX1" fmla="*/ 0 w 1710765"/>
              <a:gd name="connsiteY1" fmla="*/ 494134 h 1593273"/>
              <a:gd name="connsiteX2" fmla="*/ 0 w 1710765"/>
              <a:gd name="connsiteY2" fmla="*/ 1475410 h 1593273"/>
              <a:gd name="connsiteX3" fmla="*/ 206916 w 1710765"/>
              <a:gd name="connsiteY3" fmla="*/ 1593273 h 1593273"/>
              <a:gd name="connsiteX4" fmla="*/ 1502835 w 1710765"/>
              <a:gd name="connsiteY4" fmla="*/ 1593273 h 1593273"/>
              <a:gd name="connsiteX5" fmla="*/ 1709418 w 1710765"/>
              <a:gd name="connsiteY5" fmla="*/ 1475480 h 1593273"/>
              <a:gd name="connsiteX6" fmla="*/ 1710407 w 1710765"/>
              <a:gd name="connsiteY6" fmla="*/ 491803 h 15932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710765" h="1593273">
                <a:moveTo>
                  <a:pt x="852873" y="0"/>
                </a:moveTo>
                <a:lnTo>
                  <a:pt x="0" y="494134"/>
                </a:lnTo>
                <a:lnTo>
                  <a:pt x="0" y="1475410"/>
                </a:lnTo>
                <a:lnTo>
                  <a:pt x="206916" y="1593273"/>
                </a:lnTo>
                <a:lnTo>
                  <a:pt x="1502835" y="1593273"/>
                </a:lnTo>
                <a:lnTo>
                  <a:pt x="1709418" y="1475480"/>
                </a:lnTo>
                <a:cubicBezTo>
                  <a:pt x="1707864" y="1146834"/>
                  <a:pt x="1711961" y="820449"/>
                  <a:pt x="1710407" y="491803"/>
                </a:cubicBezTo>
                <a:close/>
              </a:path>
            </a:pathLst>
          </a:cu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7" name="Freeform: Shape 24">
            <a:extLst>
              <a:ext uri="{FF2B5EF4-FFF2-40B4-BE49-F238E27FC236}">
                <a16:creationId xmlns:a16="http://schemas.microsoft.com/office/drawing/2014/main" id="{A23F9759-CF52-CE45-5E22-9678534685A7}"/>
              </a:ext>
            </a:extLst>
          </p:cNvPr>
          <p:cNvSpPr/>
          <p:nvPr userDrawn="1"/>
        </p:nvSpPr>
        <p:spPr>
          <a:xfrm flipH="1">
            <a:off x="2275432" y="4699053"/>
            <a:ext cx="668814" cy="784693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D84FCC1-368D-680C-31AA-597C3AAF4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65576" y="1499616"/>
            <a:ext cx="7955280" cy="133502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FFF81D2-C0B4-3B82-8DF6-D10CC07C441C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3465576" y="3108960"/>
            <a:ext cx="4572000" cy="3108960"/>
          </a:xfrm>
        </p:spPr>
        <p:txBody>
          <a:bodyPr/>
          <a:lstStyle>
            <a:lvl1pPr marL="512064" indent="-512064">
              <a:buFont typeface="+mj-lt"/>
              <a:buAutoNum type="arabicPeriod"/>
              <a:defRPr sz="1800"/>
            </a:lvl1pPr>
            <a:lvl2pPr marL="1097280" indent="-512064">
              <a:buFont typeface="+mj-lt"/>
              <a:buAutoNum type="alphaLcPeriod"/>
              <a:defRPr sz="1800"/>
            </a:lvl2pPr>
            <a:lvl3pPr marL="1645920" indent="-512064">
              <a:buFont typeface="+mj-lt"/>
              <a:buAutoNum type="romanLcPeriod"/>
              <a:defRPr sz="1800"/>
            </a:lvl3pPr>
            <a:lvl4pPr marL="2194560" indent="-512064">
              <a:buFont typeface="+mj-lt"/>
              <a:buAutoNum type="arabicParenR"/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F190F721-56C7-251D-948D-117696095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229600" y="3108960"/>
            <a:ext cx="3017520" cy="3108960"/>
          </a:xfr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None/>
              <a:defRPr sz="18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800"/>
            </a:lvl4pPr>
            <a:lvl5pPr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C94E8A0-C02C-2322-50C1-50080A793F84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>
          <a:xfrm>
            <a:off x="3465576" y="6217920"/>
            <a:ext cx="4114800" cy="365125"/>
          </a:xfrm>
        </p:spPr>
        <p:txBody>
          <a:bodyPr/>
          <a:lstStyle/>
          <a:p>
            <a:endParaRPr lang="en-US" noProof="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6A453-65E1-B688-A3F9-EA0AA347DDEA}"/>
              </a:ext>
            </a:extLst>
          </p:cNvPr>
          <p:cNvSpPr>
            <a:spLocks noGrp="1"/>
          </p:cNvSpPr>
          <p:nvPr>
            <p:ph type="sldNum" sz="quarter" idx="40"/>
          </p:nvPr>
        </p:nvSpPr>
        <p:spPr/>
        <p:txBody>
          <a:bodyPr>
            <a:noAutofit/>
          </a:bodyPr>
          <a:lstStyle/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2" name="Freeform: Shape 12">
            <a:extLst>
              <a:ext uri="{FF2B5EF4-FFF2-40B4-BE49-F238E27FC236}">
                <a16:creationId xmlns:a16="http://schemas.microsoft.com/office/drawing/2014/main" id="{0750FD92-E143-4402-D455-30DC417CBDBE}"/>
              </a:ext>
            </a:extLst>
          </p:cNvPr>
          <p:cNvSpPr/>
          <p:nvPr userDrawn="1"/>
        </p:nvSpPr>
        <p:spPr>
          <a:xfrm>
            <a:off x="1198465" y="958947"/>
            <a:ext cx="1544735" cy="1743698"/>
          </a:xfrm>
          <a:custGeom>
            <a:avLst/>
            <a:gdLst>
              <a:gd name="connsiteX0" fmla="*/ 2187388 w 4398682"/>
              <a:gd name="connsiteY0" fmla="*/ 0 h 5032188"/>
              <a:gd name="connsiteX1" fmla="*/ 4386729 w 4398682"/>
              <a:gd name="connsiteY1" fmla="*/ 1261035 h 5032188"/>
              <a:gd name="connsiteX2" fmla="*/ 4398682 w 4398682"/>
              <a:gd name="connsiteY2" fmla="*/ 3789083 h 5032188"/>
              <a:gd name="connsiteX3" fmla="*/ 2193365 w 4398682"/>
              <a:gd name="connsiteY3" fmla="*/ 5032188 h 5032188"/>
              <a:gd name="connsiteX4" fmla="*/ 0 w 4398682"/>
              <a:gd name="connsiteY4" fmla="*/ 3783106 h 5032188"/>
              <a:gd name="connsiteX5" fmla="*/ 0 w 4398682"/>
              <a:gd name="connsiteY5" fmla="*/ 1267012 h 5032188"/>
              <a:gd name="connsiteX6" fmla="*/ 2187388 w 4398682"/>
              <a:gd name="connsiteY6" fmla="*/ 0 h 5032188"/>
              <a:gd name="connsiteX0" fmla="*/ 2187388 w 4387647"/>
              <a:gd name="connsiteY0" fmla="*/ 0 h 5032188"/>
              <a:gd name="connsiteX1" fmla="*/ 4386729 w 4387647"/>
              <a:gd name="connsiteY1" fmla="*/ 1261035 h 5032188"/>
              <a:gd name="connsiteX2" fmla="*/ 4384192 w 4387647"/>
              <a:gd name="connsiteY2" fmla="*/ 3783287 h 5032188"/>
              <a:gd name="connsiteX3" fmla="*/ 2193365 w 4387647"/>
              <a:gd name="connsiteY3" fmla="*/ 5032188 h 5032188"/>
              <a:gd name="connsiteX4" fmla="*/ 0 w 4387647"/>
              <a:gd name="connsiteY4" fmla="*/ 3783106 h 5032188"/>
              <a:gd name="connsiteX5" fmla="*/ 0 w 4387647"/>
              <a:gd name="connsiteY5" fmla="*/ 1267012 h 5032188"/>
              <a:gd name="connsiteX6" fmla="*/ 2187388 w 4387647"/>
              <a:gd name="connsiteY6" fmla="*/ 0 h 5032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87647" h="5032188">
                <a:moveTo>
                  <a:pt x="2187388" y="0"/>
                </a:moveTo>
                <a:lnTo>
                  <a:pt x="4386729" y="1261035"/>
                </a:lnTo>
                <a:cubicBezTo>
                  <a:pt x="4390713" y="2103718"/>
                  <a:pt x="4380208" y="2940604"/>
                  <a:pt x="4384192" y="3783287"/>
                </a:cubicBezTo>
                <a:lnTo>
                  <a:pt x="2193365" y="5032188"/>
                </a:lnTo>
                <a:lnTo>
                  <a:pt x="0" y="3783106"/>
                </a:lnTo>
                <a:lnTo>
                  <a:pt x="0" y="1267012"/>
                </a:lnTo>
                <a:lnTo>
                  <a:pt x="2187388" y="0"/>
                </a:lnTo>
                <a:close/>
              </a:path>
            </a:pathLst>
          </a:custGeom>
          <a:noFill/>
          <a:ln w="19050">
            <a:solidFill>
              <a:schemeClr val="bg2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sz="1800" noProof="0" dirty="0"/>
          </a:p>
        </p:txBody>
      </p:sp>
      <p:sp>
        <p:nvSpPr>
          <p:cNvPr id="29" name="Freeform 28">
            <a:extLst>
              <a:ext uri="{FF2B5EF4-FFF2-40B4-BE49-F238E27FC236}">
                <a16:creationId xmlns:a16="http://schemas.microsoft.com/office/drawing/2014/main" id="{6B13E9E2-D67B-E75B-D60D-CE3782A4FC67}"/>
              </a:ext>
            </a:extLst>
          </p:cNvPr>
          <p:cNvSpPr/>
          <p:nvPr userDrawn="1"/>
        </p:nvSpPr>
        <p:spPr>
          <a:xfrm>
            <a:off x="326738" y="0"/>
            <a:ext cx="1544359" cy="1254845"/>
          </a:xfrm>
          <a:custGeom>
            <a:avLst/>
            <a:gdLst>
              <a:gd name="connsiteX0" fmla="*/ 0 w 1544359"/>
              <a:gd name="connsiteY0" fmla="*/ 0 h 1254845"/>
              <a:gd name="connsiteX1" fmla="*/ 1544359 w 1544359"/>
              <a:gd name="connsiteY1" fmla="*/ 0 h 1254845"/>
              <a:gd name="connsiteX2" fmla="*/ 1543519 w 1544359"/>
              <a:gd name="connsiteY2" fmla="*/ 822090 h 1254845"/>
              <a:gd name="connsiteX3" fmla="*/ 772206 w 1544359"/>
              <a:gd name="connsiteY3" fmla="*/ 1254845 h 1254845"/>
              <a:gd name="connsiteX4" fmla="*/ 0 w 1544359"/>
              <a:gd name="connsiteY4" fmla="*/ 822027 h 1254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44359" h="1254845">
                <a:moveTo>
                  <a:pt x="0" y="0"/>
                </a:moveTo>
                <a:lnTo>
                  <a:pt x="1544359" y="0"/>
                </a:lnTo>
                <a:lnTo>
                  <a:pt x="1543519" y="822090"/>
                </a:lnTo>
                <a:lnTo>
                  <a:pt x="772206" y="1254845"/>
                </a:lnTo>
                <a:lnTo>
                  <a:pt x="0" y="822027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621137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Freeform 46">
            <a:extLst>
              <a:ext uri="{FF2B5EF4-FFF2-40B4-BE49-F238E27FC236}">
                <a16:creationId xmlns:a16="http://schemas.microsoft.com/office/drawing/2014/main" id="{39B50CEE-D9F9-B5CD-C274-BEAA5EAB37E3}"/>
              </a:ext>
            </a:extLst>
          </p:cNvPr>
          <p:cNvSpPr/>
          <p:nvPr userDrawn="1"/>
        </p:nvSpPr>
        <p:spPr>
          <a:xfrm>
            <a:off x="410352" y="12435"/>
            <a:ext cx="1455521" cy="1019127"/>
          </a:xfrm>
          <a:custGeom>
            <a:avLst/>
            <a:gdLst>
              <a:gd name="connsiteX0" fmla="*/ 219223 w 1455521"/>
              <a:gd name="connsiteY0" fmla="*/ 0 h 1019127"/>
              <a:gd name="connsiteX1" fmla="*/ 1236298 w 1455521"/>
              <a:gd name="connsiteY1" fmla="*/ 0 h 1019127"/>
              <a:gd name="connsiteX2" fmla="*/ 1455521 w 1455521"/>
              <a:gd name="connsiteY2" fmla="*/ 385779 h 1019127"/>
              <a:gd name="connsiteX3" fmla="*/ 1095615 w 1455521"/>
              <a:gd name="connsiteY3" fmla="*/ 1019127 h 1019127"/>
              <a:gd name="connsiteX4" fmla="*/ 359906 w 1455521"/>
              <a:gd name="connsiteY4" fmla="*/ 1019127 h 1019127"/>
              <a:gd name="connsiteX5" fmla="*/ 0 w 1455521"/>
              <a:gd name="connsiteY5" fmla="*/ 385779 h 10191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1019127">
                <a:moveTo>
                  <a:pt x="219223" y="0"/>
                </a:moveTo>
                <a:lnTo>
                  <a:pt x="1236298" y="0"/>
                </a:lnTo>
                <a:lnTo>
                  <a:pt x="1455521" y="385779"/>
                </a:lnTo>
                <a:lnTo>
                  <a:pt x="1095615" y="1019127"/>
                </a:lnTo>
                <a:lnTo>
                  <a:pt x="359906" y="1019127"/>
                </a:lnTo>
                <a:lnTo>
                  <a:pt x="0" y="385779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Hexagon 15">
            <a:extLst>
              <a:ext uri="{FF2B5EF4-FFF2-40B4-BE49-F238E27FC236}">
                <a16:creationId xmlns:a16="http://schemas.microsoft.com/office/drawing/2014/main" id="{93831F6E-A0DA-46E5-AF13-ED5D9ABF108D}"/>
              </a:ext>
            </a:extLst>
          </p:cNvPr>
          <p:cNvSpPr/>
          <p:nvPr userDrawn="1"/>
        </p:nvSpPr>
        <p:spPr>
          <a:xfrm>
            <a:off x="1579486" y="45000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Hexagon 17">
            <a:extLst>
              <a:ext uri="{FF2B5EF4-FFF2-40B4-BE49-F238E27FC236}">
                <a16:creationId xmlns:a16="http://schemas.microsoft.com/office/drawing/2014/main" id="{18B06ECC-5FA7-4ACA-86BF-694240D0C05B}"/>
              </a:ext>
            </a:extLst>
          </p:cNvPr>
          <p:cNvSpPr/>
          <p:nvPr userDrawn="1"/>
        </p:nvSpPr>
        <p:spPr>
          <a:xfrm>
            <a:off x="412218" y="113647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1" name="Hexagon 19">
            <a:extLst>
              <a:ext uri="{FF2B5EF4-FFF2-40B4-BE49-F238E27FC236}">
                <a16:creationId xmlns:a16="http://schemas.microsoft.com/office/drawing/2014/main" id="{089AA305-8FFC-46A5-B806-D5D78320D0CD}"/>
              </a:ext>
            </a:extLst>
          </p:cNvPr>
          <p:cNvSpPr/>
          <p:nvPr userDrawn="1"/>
        </p:nvSpPr>
        <p:spPr>
          <a:xfrm>
            <a:off x="1580070" y="1812437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2" name="Hexagon 21">
            <a:extLst>
              <a:ext uri="{FF2B5EF4-FFF2-40B4-BE49-F238E27FC236}">
                <a16:creationId xmlns:a16="http://schemas.microsoft.com/office/drawing/2014/main" id="{DB2D65ED-32BC-44B2-92F3-E16717051CA1}"/>
              </a:ext>
            </a:extLst>
          </p:cNvPr>
          <p:cNvSpPr/>
          <p:nvPr userDrawn="1"/>
        </p:nvSpPr>
        <p:spPr>
          <a:xfrm>
            <a:off x="3953772" y="4582171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4" name="Freeform 43">
            <a:extLst>
              <a:ext uri="{FF2B5EF4-FFF2-40B4-BE49-F238E27FC236}">
                <a16:creationId xmlns:a16="http://schemas.microsoft.com/office/drawing/2014/main" id="{6100186E-95B0-AB29-6F1D-DBFBAA566DB2}"/>
              </a:ext>
            </a:extLst>
          </p:cNvPr>
          <p:cNvSpPr/>
          <p:nvPr userDrawn="1"/>
        </p:nvSpPr>
        <p:spPr>
          <a:xfrm>
            <a:off x="3955762" y="5952136"/>
            <a:ext cx="1455521" cy="932559"/>
          </a:xfrm>
          <a:custGeom>
            <a:avLst/>
            <a:gdLst>
              <a:gd name="connsiteX0" fmla="*/ 359906 w 1455521"/>
              <a:gd name="connsiteY0" fmla="*/ 0 h 932559"/>
              <a:gd name="connsiteX1" fmla="*/ 1095615 w 1455521"/>
              <a:gd name="connsiteY1" fmla="*/ 0 h 932559"/>
              <a:gd name="connsiteX2" fmla="*/ 1455521 w 1455521"/>
              <a:gd name="connsiteY2" fmla="*/ 633348 h 932559"/>
              <a:gd name="connsiteX3" fmla="*/ 1285492 w 1455521"/>
              <a:gd name="connsiteY3" fmla="*/ 932559 h 932559"/>
              <a:gd name="connsiteX4" fmla="*/ 170030 w 1455521"/>
              <a:gd name="connsiteY4" fmla="*/ 932559 h 932559"/>
              <a:gd name="connsiteX5" fmla="*/ 0 w 1455521"/>
              <a:gd name="connsiteY5" fmla="*/ 633348 h 9325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32559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285492" y="932559"/>
                </a:lnTo>
                <a:lnTo>
                  <a:pt x="170030" y="932559"/>
                </a:lnTo>
                <a:lnTo>
                  <a:pt x="0" y="633348"/>
                </a:lnTo>
                <a:close/>
              </a:path>
            </a:pathLst>
          </a:custGeom>
          <a:solidFill>
            <a:schemeClr val="tx2">
              <a:lumMod val="10000"/>
              <a:lumOff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Hexagon 27">
            <a:extLst>
              <a:ext uri="{FF2B5EF4-FFF2-40B4-BE49-F238E27FC236}">
                <a16:creationId xmlns:a16="http://schemas.microsoft.com/office/drawing/2014/main" id="{5275D449-7441-440B-8584-96D25256F24D}"/>
              </a:ext>
            </a:extLst>
          </p:cNvPr>
          <p:cNvSpPr/>
          <p:nvPr userDrawn="1"/>
        </p:nvSpPr>
        <p:spPr>
          <a:xfrm>
            <a:off x="2783996" y="524544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5" name="Hexagon 21">
            <a:extLst>
              <a:ext uri="{FF2B5EF4-FFF2-40B4-BE49-F238E27FC236}">
                <a16:creationId xmlns:a16="http://schemas.microsoft.com/office/drawing/2014/main" id="{AA088CB3-68C2-8BF7-640B-511D7AD708D4}"/>
              </a:ext>
            </a:extLst>
          </p:cNvPr>
          <p:cNvSpPr/>
          <p:nvPr userDrawn="1"/>
        </p:nvSpPr>
        <p:spPr>
          <a:xfrm>
            <a:off x="2757266" y="2493385"/>
            <a:ext cx="1467568" cy="1305975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rgbClr val="D844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Hexagon 28">
            <a:extLst>
              <a:ext uri="{FF2B5EF4-FFF2-40B4-BE49-F238E27FC236}">
                <a16:creationId xmlns:a16="http://schemas.microsoft.com/office/drawing/2014/main" id="{94CFCD79-F5CD-4175-96DE-1AC2E1999DB6}"/>
              </a:ext>
            </a:extLst>
          </p:cNvPr>
          <p:cNvSpPr/>
          <p:nvPr userDrawn="1"/>
        </p:nvSpPr>
        <p:spPr>
          <a:xfrm>
            <a:off x="2767144" y="3880620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3" name="Freeform 42">
            <a:extLst>
              <a:ext uri="{FF2B5EF4-FFF2-40B4-BE49-F238E27FC236}">
                <a16:creationId xmlns:a16="http://schemas.microsoft.com/office/drawing/2014/main" id="{C8667104-E096-23C3-4C2C-5277C2AF5C57}"/>
              </a:ext>
            </a:extLst>
          </p:cNvPr>
          <p:cNvSpPr/>
          <p:nvPr userDrawn="1"/>
        </p:nvSpPr>
        <p:spPr>
          <a:xfrm>
            <a:off x="3702" y="448131"/>
            <a:ext cx="678871" cy="1266696"/>
          </a:xfrm>
          <a:custGeom>
            <a:avLst/>
            <a:gdLst>
              <a:gd name="connsiteX0" fmla="*/ 0 w 678871"/>
              <a:gd name="connsiteY0" fmla="*/ 0 h 1266696"/>
              <a:gd name="connsiteX1" fmla="*/ 318965 w 678871"/>
              <a:gd name="connsiteY1" fmla="*/ 0 h 1266696"/>
              <a:gd name="connsiteX2" fmla="*/ 678871 w 678871"/>
              <a:gd name="connsiteY2" fmla="*/ 633348 h 1266696"/>
              <a:gd name="connsiteX3" fmla="*/ 318965 w 678871"/>
              <a:gd name="connsiteY3" fmla="*/ 1266696 h 1266696"/>
              <a:gd name="connsiteX4" fmla="*/ 0 w 678871"/>
              <a:gd name="connsiteY4" fmla="*/ 1266696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78871" h="1266696">
                <a:moveTo>
                  <a:pt x="0" y="0"/>
                </a:moveTo>
                <a:lnTo>
                  <a:pt x="318965" y="0"/>
                </a:lnTo>
                <a:lnTo>
                  <a:pt x="678871" y="633348"/>
                </a:lnTo>
                <a:lnTo>
                  <a:pt x="318965" y="1266696"/>
                </a:lnTo>
                <a:lnTo>
                  <a:pt x="0" y="1266696"/>
                </a:lnTo>
                <a:close/>
              </a:path>
            </a:pathLst>
          </a:cu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Hexagon 31">
            <a:extLst>
              <a:ext uri="{FF2B5EF4-FFF2-40B4-BE49-F238E27FC236}">
                <a16:creationId xmlns:a16="http://schemas.microsoft.com/office/drawing/2014/main" id="{61BB4AB0-7C5C-4697-A25B-0AFD8754AB52}"/>
              </a:ext>
            </a:extLst>
          </p:cNvPr>
          <p:cNvSpPr/>
          <p:nvPr userDrawn="1"/>
        </p:nvSpPr>
        <p:spPr>
          <a:xfrm>
            <a:off x="1580353" y="3182793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7" name="Hexagon 28">
            <a:extLst>
              <a:ext uri="{FF2B5EF4-FFF2-40B4-BE49-F238E27FC236}">
                <a16:creationId xmlns:a16="http://schemas.microsoft.com/office/drawing/2014/main" id="{E4EF439B-1CC3-CA39-B62A-E54F83ED70D2}"/>
              </a:ext>
            </a:extLst>
          </p:cNvPr>
          <p:cNvSpPr/>
          <p:nvPr userDrawn="1"/>
        </p:nvSpPr>
        <p:spPr>
          <a:xfrm>
            <a:off x="396269" y="2511644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6" name="Freeform 45">
            <a:extLst>
              <a:ext uri="{FF2B5EF4-FFF2-40B4-BE49-F238E27FC236}">
                <a16:creationId xmlns:a16="http://schemas.microsoft.com/office/drawing/2014/main" id="{2363FF00-E570-D743-258E-E9FEF4F02A08}"/>
              </a:ext>
            </a:extLst>
          </p:cNvPr>
          <p:cNvSpPr/>
          <p:nvPr userDrawn="1"/>
        </p:nvSpPr>
        <p:spPr>
          <a:xfrm>
            <a:off x="6334981" y="5962237"/>
            <a:ext cx="1455521" cy="901561"/>
          </a:xfrm>
          <a:custGeom>
            <a:avLst/>
            <a:gdLst>
              <a:gd name="connsiteX0" fmla="*/ 359906 w 1455521"/>
              <a:gd name="connsiteY0" fmla="*/ 0 h 901561"/>
              <a:gd name="connsiteX1" fmla="*/ 1095615 w 1455521"/>
              <a:gd name="connsiteY1" fmla="*/ 0 h 901561"/>
              <a:gd name="connsiteX2" fmla="*/ 1455521 w 1455521"/>
              <a:gd name="connsiteY2" fmla="*/ 633348 h 901561"/>
              <a:gd name="connsiteX3" fmla="*/ 1303107 w 1455521"/>
              <a:gd name="connsiteY3" fmla="*/ 901561 h 901561"/>
              <a:gd name="connsiteX4" fmla="*/ 152415 w 1455521"/>
              <a:gd name="connsiteY4" fmla="*/ 901561 h 901561"/>
              <a:gd name="connsiteX5" fmla="*/ 0 w 1455521"/>
              <a:gd name="connsiteY5" fmla="*/ 633348 h 9015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55521" h="901561">
                <a:moveTo>
                  <a:pt x="359906" y="0"/>
                </a:moveTo>
                <a:lnTo>
                  <a:pt x="1095615" y="0"/>
                </a:lnTo>
                <a:lnTo>
                  <a:pt x="1455521" y="633348"/>
                </a:lnTo>
                <a:lnTo>
                  <a:pt x="1303107" y="901561"/>
                </a:lnTo>
                <a:lnTo>
                  <a:pt x="152415" y="901561"/>
                </a:lnTo>
                <a:lnTo>
                  <a:pt x="0" y="633348"/>
                </a:lnTo>
                <a:close/>
              </a:path>
            </a:pathLst>
          </a:custGeom>
          <a:noFill/>
          <a:ln w="19050">
            <a:solidFill>
              <a:srgbClr val="98432A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4" name="Hexagon 21">
            <a:extLst>
              <a:ext uri="{FF2B5EF4-FFF2-40B4-BE49-F238E27FC236}">
                <a16:creationId xmlns:a16="http://schemas.microsoft.com/office/drawing/2014/main" id="{A38FF139-88E9-67A9-6010-4EDFB851076B}"/>
              </a:ext>
            </a:extLst>
          </p:cNvPr>
          <p:cNvSpPr/>
          <p:nvPr userDrawn="1"/>
        </p:nvSpPr>
        <p:spPr>
          <a:xfrm>
            <a:off x="5150156" y="5261378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Hexagon 21">
            <a:extLst>
              <a:ext uri="{FF2B5EF4-FFF2-40B4-BE49-F238E27FC236}">
                <a16:creationId xmlns:a16="http://schemas.microsoft.com/office/drawing/2014/main" id="{99956147-4454-5EA6-FC9C-94C08EE35F28}"/>
              </a:ext>
            </a:extLst>
          </p:cNvPr>
          <p:cNvSpPr/>
          <p:nvPr userDrawn="1"/>
        </p:nvSpPr>
        <p:spPr>
          <a:xfrm>
            <a:off x="3948599" y="3206642"/>
            <a:ext cx="1455521" cy="1266696"/>
          </a:xfrm>
          <a:prstGeom prst="hexagon">
            <a:avLst>
              <a:gd name="adj" fmla="val 28413"/>
              <a:gd name="vf" fmla="val 11547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4722C9EB-D452-B3DF-5219-160F48DE78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Content Placeholder 47" descr="Click icon to add picture">
            <a:extLst>
              <a:ext uri="{FF2B5EF4-FFF2-40B4-BE49-F238E27FC236}">
                <a16:creationId xmlns:a16="http://schemas.microsoft.com/office/drawing/2014/main" id="{B7E46D91-6194-E279-CAE3-425E21FD4A8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800" b="0">
                <a:solidFill>
                  <a:schemeClr val="bg1"/>
                </a:solidFill>
              </a:defRPr>
            </a:lvl1pPr>
            <a:lvl2pPr>
              <a:defRPr sz="1000"/>
            </a:lvl2pPr>
            <a:lvl3pPr>
              <a:defRPr sz="900"/>
            </a:lvl3pPr>
            <a:lvl4pPr>
              <a:defRPr sz="800"/>
            </a:lvl4pPr>
            <a:lvl5pPr>
              <a:defRPr sz="800"/>
            </a:lvl5pPr>
          </a:lstStyle>
          <a:p>
            <a:pPr lvl="0"/>
            <a:r>
              <a:rPr lang="en-US" altLang="zh-CN"/>
              <a:t>Click to edit Master text styles</a:t>
            </a:r>
          </a:p>
        </p:txBody>
      </p:sp>
      <p:sp>
        <p:nvSpPr>
          <p:cNvPr id="40" name="Freeform 39">
            <a:extLst>
              <a:ext uri="{FF2B5EF4-FFF2-40B4-BE49-F238E27FC236}">
                <a16:creationId xmlns:a16="http://schemas.microsoft.com/office/drawing/2014/main" id="{E3C8467A-0A34-2A65-92FE-F12F6A3D84A6}"/>
              </a:ext>
            </a:extLst>
          </p:cNvPr>
          <p:cNvSpPr/>
          <p:nvPr userDrawn="1"/>
        </p:nvSpPr>
        <p:spPr>
          <a:xfrm>
            <a:off x="-6538" y="1815084"/>
            <a:ext cx="697438" cy="1266696"/>
          </a:xfrm>
          <a:custGeom>
            <a:avLst/>
            <a:gdLst>
              <a:gd name="connsiteX0" fmla="*/ 0 w 732607"/>
              <a:gd name="connsiteY0" fmla="*/ 0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0" fmla="*/ 43961 w 732607"/>
              <a:gd name="connsiteY0" fmla="*/ 8793 h 1266696"/>
              <a:gd name="connsiteX1" fmla="*/ 372701 w 732607"/>
              <a:gd name="connsiteY1" fmla="*/ 0 h 1266696"/>
              <a:gd name="connsiteX2" fmla="*/ 732607 w 732607"/>
              <a:gd name="connsiteY2" fmla="*/ 633348 h 1266696"/>
              <a:gd name="connsiteX3" fmla="*/ 372701 w 732607"/>
              <a:gd name="connsiteY3" fmla="*/ 1266696 h 1266696"/>
              <a:gd name="connsiteX4" fmla="*/ 0 w 732607"/>
              <a:gd name="connsiteY4" fmla="*/ 1266696 h 1266696"/>
              <a:gd name="connsiteX5" fmla="*/ 43961 w 732607"/>
              <a:gd name="connsiteY5" fmla="*/ 8793 h 1266696"/>
              <a:gd name="connsiteX0" fmla="*/ 8792 w 697438"/>
              <a:gd name="connsiteY0" fmla="*/ 8793 h 1266696"/>
              <a:gd name="connsiteX1" fmla="*/ 337532 w 697438"/>
              <a:gd name="connsiteY1" fmla="*/ 0 h 1266696"/>
              <a:gd name="connsiteX2" fmla="*/ 697438 w 697438"/>
              <a:gd name="connsiteY2" fmla="*/ 633348 h 1266696"/>
              <a:gd name="connsiteX3" fmla="*/ 337532 w 697438"/>
              <a:gd name="connsiteY3" fmla="*/ 1266696 h 1266696"/>
              <a:gd name="connsiteX4" fmla="*/ 0 w 697438"/>
              <a:gd name="connsiteY4" fmla="*/ 1266696 h 1266696"/>
              <a:gd name="connsiteX5" fmla="*/ 8792 w 697438"/>
              <a:gd name="connsiteY5" fmla="*/ 8793 h 1266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7438" h="1266696">
                <a:moveTo>
                  <a:pt x="8792" y="8793"/>
                </a:moveTo>
                <a:lnTo>
                  <a:pt x="337532" y="0"/>
                </a:lnTo>
                <a:lnTo>
                  <a:pt x="697438" y="633348"/>
                </a:lnTo>
                <a:lnTo>
                  <a:pt x="337532" y="1266696"/>
                </a:lnTo>
                <a:lnTo>
                  <a:pt x="0" y="1266696"/>
                </a:lnTo>
                <a:cubicBezTo>
                  <a:pt x="0" y="844464"/>
                  <a:pt x="8792" y="431025"/>
                  <a:pt x="8792" y="8793"/>
                </a:cubicBezTo>
                <a:close/>
              </a:path>
            </a:pathLst>
          </a:custGeom>
          <a:noFill/>
          <a:ln w="19050">
            <a:solidFill>
              <a:schemeClr val="accent5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3342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47">
            <a:extLst>
              <a:ext uri="{FF2B5EF4-FFF2-40B4-BE49-F238E27FC236}">
                <a16:creationId xmlns:a16="http://schemas.microsoft.com/office/drawing/2014/main" id="{28B6388A-37D2-4382-A7FC-9B9A76BDE8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194169" y="6217920"/>
            <a:ext cx="458592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fld id="{47FEACEE-25B4-4A2D-B147-27296E36371D}" type="slidenum">
              <a:rPr lang="en-US" altLang="zh-CN" noProof="0" smtClean="0"/>
              <a:pPr/>
              <a:t>‹#›</a:t>
            </a:fld>
            <a:endParaRPr lang="en-US" altLang="zh-CN" noProof="0" dirty="0"/>
          </a:p>
        </p:txBody>
      </p:sp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18CB8A3D-9A54-FD7C-F6A5-B33E6C89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US" noProof="0" dirty="0"/>
          </a:p>
        </p:txBody>
      </p:sp>
      <p:sp>
        <p:nvSpPr>
          <p:cNvPr id="5" name="Title Placeholder 4">
            <a:extLst>
              <a:ext uri="{FF2B5EF4-FFF2-40B4-BE49-F238E27FC236}">
                <a16:creationId xmlns:a16="http://schemas.microsoft.com/office/drawing/2014/main" id="{F38A7675-78A2-B642-22AF-B98514C68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noProof="0"/>
              <a:t>Click to edit Master title style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176125D-E69D-E2ED-1549-3D67DBD487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14400" y="621792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>
              <a:defRPr sz="1200">
                <a:solidFill>
                  <a:schemeClr val="bg1"/>
                </a:solidFill>
                <a:latin typeface="+mn-lt"/>
              </a:defRPr>
            </a:lvl1pPr>
          </a:lstStyle>
          <a:p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20574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1" r:id="rId2"/>
    <p:sldLayoutId id="2147483674" r:id="rId3"/>
    <p:sldLayoutId id="2147483670" r:id="rId4"/>
    <p:sldLayoutId id="2147483669" r:id="rId5"/>
    <p:sldLayoutId id="2147483655" r:id="rId6"/>
    <p:sldLayoutId id="2147483651" r:id="rId7"/>
    <p:sldLayoutId id="2147483662" r:id="rId8"/>
    <p:sldLayoutId id="2147483653" r:id="rId9"/>
    <p:sldLayoutId id="2147483663" r:id="rId10"/>
    <p:sldLayoutId id="2147483665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7472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73152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109728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46304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1828800" indent="-347472" algn="l" defTabSz="9144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032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5640" userDrawn="1">
          <p15:clr>
            <a:srgbClr val="F26B43"/>
          </p15:clr>
        </p15:guide>
        <p15:guide id="4" pos="1656" userDrawn="1">
          <p15:clr>
            <a:srgbClr val="F26B43"/>
          </p15:clr>
        </p15:guide>
        <p15:guide id="5" pos="520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3A3B864-5E85-99D2-93E5-5CA1F4F35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4291" y="731520"/>
            <a:ext cx="5462985" cy="3291840"/>
          </a:xfrm>
        </p:spPr>
        <p:txBody>
          <a:bodyPr lIns="0" anchor="b" anchorCtr="0"/>
          <a:lstStyle/>
          <a:p>
            <a:r>
              <a:rPr lang="en-US" altLang="zh-CN" dirty="0"/>
              <a:t>MS Dynamics 365 Sales</a:t>
            </a:r>
            <a:endParaRPr lang="en-US" dirty="0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485E0237-B9A1-0B58-E0AA-05EF84817EB4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260894" y="4172084"/>
            <a:ext cx="4912598" cy="914400"/>
          </a:xfrm>
        </p:spPr>
        <p:txBody>
          <a:bodyPr/>
          <a:lstStyle/>
          <a:p>
            <a:r>
              <a:rPr lang="en-US" dirty="0" err="1"/>
              <a:t>goldenpath</a:t>
            </a:r>
            <a:r>
              <a:rPr lang="en-US" dirty="0"/>
              <a:t>-software</a:t>
            </a:r>
          </a:p>
        </p:txBody>
      </p:sp>
      <p:pic>
        <p:nvPicPr>
          <p:cNvPr id="20" name="Picture Placeholder 19" descr="Two people looking at a laptop at a table">
            <a:extLst>
              <a:ext uri="{FF2B5EF4-FFF2-40B4-BE49-F238E27FC236}">
                <a16:creationId xmlns:a16="http://schemas.microsoft.com/office/drawing/2014/main" id="{E83BB08F-E403-8715-0B24-AD9E4B72C80E}"/>
              </a:ext>
            </a:extLst>
          </p:cNvPr>
          <p:cNvPicPr>
            <a:picLocks noGrp="1" noChangeAspect="1"/>
          </p:cNvPicPr>
          <p:nvPr>
            <p:ph type="pic" sz="quarter" idx="47"/>
          </p:nvPr>
        </p:nvPicPr>
        <p:blipFill>
          <a:blip r:embed="rId3"/>
          <a:srcRect l="23" r="23"/>
          <a:stretch/>
        </p:blipFill>
        <p:spPr>
          <a:xfrm>
            <a:off x="6742557" y="821836"/>
            <a:ext cx="4405503" cy="5066346"/>
          </a:xfrm>
        </p:spPr>
      </p:pic>
    </p:spTree>
    <p:extLst>
      <p:ext uri="{BB962C8B-B14F-4D97-AF65-F5344CB8AC3E}">
        <p14:creationId xmlns:p14="http://schemas.microsoft.com/office/powerpoint/2010/main" val="38984479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5F021C-3CEB-0FBA-DA89-C9C82E741B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3429000"/>
            <a:ext cx="4206240" cy="2377440"/>
          </a:xfrm>
        </p:spPr>
        <p:txBody>
          <a:bodyPr anchor="t" anchorCtr="0"/>
          <a:lstStyle/>
          <a:p>
            <a:r>
              <a:rPr lang="en-US" dirty="0"/>
              <a:t>Agenda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6746B3-AFD9-641E-7CBF-9A783646B368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4325" y="3429000"/>
            <a:ext cx="3475038" cy="2378075"/>
          </a:xfrm>
        </p:spPr>
        <p:txBody>
          <a:bodyPr anchor="t" anchorCtr="0"/>
          <a:lstStyle/>
          <a:p>
            <a:r>
              <a:rPr lang="en-US" dirty="0"/>
              <a:t>Growth strategy</a:t>
            </a:r>
          </a:p>
          <a:p>
            <a:r>
              <a:rPr lang="en-US" dirty="0"/>
              <a:t>Market analysis</a:t>
            </a:r>
          </a:p>
          <a:p>
            <a:r>
              <a:rPr lang="en-US" dirty="0"/>
              <a:t>Financial overview</a:t>
            </a:r>
          </a:p>
          <a:p>
            <a:r>
              <a:rPr lang="en-US" dirty="0"/>
              <a:t>Innovative solutions</a:t>
            </a:r>
          </a:p>
          <a:p>
            <a:r>
              <a:rPr lang="en-US" dirty="0"/>
              <a:t>Future initiatives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559569-83D5-A20B-653C-B9D6C8D98164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2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4850807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F2A73C-F597-27B7-8F29-D6406DC4D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98464" y="731520"/>
            <a:ext cx="5029200" cy="3291840"/>
          </a:xfrm>
        </p:spPr>
        <p:txBody>
          <a:bodyPr lIns="0" anchor="b" anchorCtr="0"/>
          <a:lstStyle/>
          <a:p>
            <a:r>
              <a:rPr lang="en-US" dirty="0"/>
              <a:t>Introduction to Dynamics 365 Sales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190503-C2C6-37F4-4636-9B4A8A3DE4E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117336" y="4172084"/>
            <a:ext cx="4910328" cy="1005840"/>
          </a:xfrm>
        </p:spPr>
        <p:txBody>
          <a:bodyPr/>
          <a:lstStyle/>
          <a:p>
            <a:r>
              <a:rPr lang="en-US" dirty="0"/>
              <a:t>Navigating the future</a:t>
            </a:r>
          </a:p>
        </p:txBody>
      </p:sp>
    </p:spTree>
    <p:extLst>
      <p:ext uri="{BB962C8B-B14F-4D97-AF65-F5344CB8AC3E}">
        <p14:creationId xmlns:p14="http://schemas.microsoft.com/office/powerpoint/2010/main" val="35301119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5F5E3-2B1C-7C0A-8581-67A9052D1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87168"/>
            <a:ext cx="4572000" cy="3383280"/>
          </a:xfrm>
          <a:noFill/>
        </p:spPr>
        <p:txBody>
          <a:bodyPr anchor="t" anchorCtr="0">
            <a:noAutofit/>
          </a:bodyPr>
          <a:lstStyle/>
          <a:p>
            <a:r>
              <a:rPr lang="en-US" dirty="0"/>
              <a:t>Dynamics 365 Sales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A33159-D030-2F82-A142-F759407283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17920" y="2487168"/>
            <a:ext cx="5029200" cy="3383280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Dynamics 365 Sales for your customer engagement, such as processing orders, managing inventory, and doing your finances.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4AF3B-CC38-C6F7-1058-2FC5EE48D7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6746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itle 59">
            <a:extLst>
              <a:ext uri="{FF2B5EF4-FFF2-40B4-BE49-F238E27FC236}">
                <a16:creationId xmlns:a16="http://schemas.microsoft.com/office/drawing/2014/main" id="{0031CE36-F77D-3964-C169-771DBA49D2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1060704"/>
            <a:ext cx="7132320" cy="1773936"/>
          </a:xfrm>
        </p:spPr>
        <p:txBody>
          <a:bodyPr>
            <a:normAutofit/>
          </a:bodyPr>
          <a:lstStyle/>
          <a:p>
            <a:r>
              <a:rPr lang="en-US" b="0" dirty="0"/>
              <a:t>Dynamics 365 Sales integration with Business Central</a:t>
            </a:r>
            <a:endParaRPr lang="en-US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520E98B6-7B33-8FD4-A662-31DD4B85E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3108959"/>
            <a:ext cx="7132320" cy="3242679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For example, a salesperson in Dynamics 365 Sales can use the price lists from Business Central when they create a sales order. When they add the item to the sales order line in Dynamics 365 Sales, they can see the inventory level (availability) of the item from Business Central.</a:t>
            </a:r>
          </a:p>
        </p:txBody>
      </p:sp>
      <p:sp>
        <p:nvSpPr>
          <p:cNvPr id="11" name="Slide Number Placeholder 13">
            <a:extLst>
              <a:ext uri="{FF2B5EF4-FFF2-40B4-BE49-F238E27FC236}">
                <a16:creationId xmlns:a16="http://schemas.microsoft.com/office/drawing/2014/main" id="{930FF33C-2E3C-37EC-75C2-1BE4513D9B62}"/>
              </a:ext>
            </a:extLst>
          </p:cNvPr>
          <p:cNvSpPr txBox="1">
            <a:spLocks/>
          </p:cNvSpPr>
          <p:nvPr/>
        </p:nvSpPr>
        <p:spPr>
          <a:xfrm>
            <a:off x="11194169" y="6215665"/>
            <a:ext cx="458592" cy="365125"/>
          </a:xfrm>
          <a:prstGeom prst="rect">
            <a:avLst/>
          </a:prstGeom>
        </p:spPr>
        <p:txBody>
          <a:bodyPr anchor="ctr"/>
          <a:lstStyle>
            <a:defPPr>
              <a:defRPr lang="zh-CN"/>
            </a:defPPr>
            <a:lvl1pPr marL="0" algn="ctr" defTabSz="914400" rtl="0" eaLnBrk="1" latinLnBrk="0" hangingPunct="1">
              <a:defRPr sz="1200" b="0" i="0" kern="1200">
                <a:solidFill>
                  <a:schemeClr val="tx1"/>
                </a:solidFill>
                <a:latin typeface="Abadi" panose="020B0604020104020204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7FEACEE-25B4-4A2D-B147-27296E36371D}" type="slidenum">
              <a:rPr kumimoji="0" lang="en-US" altLang="zh-CN" sz="1200" u="none" strike="noStrike" kern="1200" cap="none" spc="0" normalizeH="0" baseline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altLang="zh-CN" sz="1200" u="none" strike="noStrike" kern="1200" cap="none" spc="0" normalizeH="0" baseline="0" dirty="0">
              <a:ln>
                <a:noFill/>
              </a:ln>
              <a:solidFill>
                <a:schemeClr val="bg1"/>
              </a:solidFill>
              <a:effectLst/>
              <a:uLnTx/>
              <a:uFillTx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222DE72-77CB-CB24-A4D1-2FAC47307AC9}"/>
              </a:ext>
            </a:extLst>
          </p:cNvPr>
          <p:cNvSpPr>
            <a:spLocks noGrp="1"/>
          </p:cNvSpPr>
          <p:nvPr>
            <p:ph type="sldNum" sz="quarter" idx="55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5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41821480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81D18537-D028-9E9C-FB87-93F24955DF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31520"/>
            <a:ext cx="10819008" cy="920635"/>
          </a:xfr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US" altLang="zh-CN" b="1" kern="1200" dirty="0"/>
              <a:t>Coupling data in Business Central</a:t>
            </a:r>
            <a:endParaRPr lang="en-US" b="1" kern="12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798BE42-668C-D464-0037-A5CBC5ECF9BE}"/>
              </a:ext>
            </a:extLst>
          </p:cNvPr>
          <p:cNvPicPr>
            <a:picLocks noGrp="1" noChangeAspect="1"/>
          </p:cNvPicPr>
          <p:nvPr>
            <p:ph idx="30"/>
          </p:nvPr>
        </p:nvPicPr>
        <p:blipFill>
          <a:blip r:embed="rId3"/>
          <a:stretch>
            <a:fillRect/>
          </a:stretch>
        </p:blipFill>
        <p:spPr>
          <a:xfrm>
            <a:off x="914399" y="2468881"/>
            <a:ext cx="9778201" cy="3422370"/>
          </a:xfrm>
          <a:prstGeom prst="rect">
            <a:avLst/>
          </a:prstGeom>
          <a:noFill/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26B3DA3-995E-263F-F271-D0DCB60A6118}"/>
              </a:ext>
            </a:extLst>
          </p:cNvPr>
          <p:cNvSpPr>
            <a:spLocks noGrp="1"/>
          </p:cNvSpPr>
          <p:nvPr>
            <p:ph type="sldNum" sz="quarter" idx="29"/>
          </p:nvPr>
        </p:nvSpPr>
        <p:spPr>
          <a:xfrm>
            <a:off x="11194169" y="6217920"/>
            <a:ext cx="458592" cy="36512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spcAft>
                <a:spcPts val="600"/>
              </a:spcAft>
            </a:pPr>
            <a:fld id="{47FEACEE-25B4-4A2D-B147-27296E36371D}" type="slidenum">
              <a:rPr lang="en-US" altLang="zh-CN" smtClean="0"/>
              <a:pPr>
                <a:spcAft>
                  <a:spcPts val="600"/>
                </a:spcAft>
              </a:pPr>
              <a:t>6</a:t>
            </a:fld>
            <a:endParaRPr lang="en-US" altLang="zh-CN" dirty="0"/>
          </a:p>
        </p:txBody>
      </p:sp>
      <p:sp>
        <p:nvSpPr>
          <p:cNvPr id="8" name="Text Placeholder 42">
            <a:extLst>
              <a:ext uri="{FF2B5EF4-FFF2-40B4-BE49-F238E27FC236}">
                <a16:creationId xmlns:a16="http://schemas.microsoft.com/office/drawing/2014/main" id="{AD43AF45-4337-36D8-026D-7AB5912A9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529540"/>
            <a:ext cx="10370128" cy="83958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To synchronize data between Business Central and Dynamics 365 Sales, you must first couple records.</a:t>
            </a:r>
          </a:p>
        </p:txBody>
      </p:sp>
      <p:sp>
        <p:nvSpPr>
          <p:cNvPr id="9" name="Text Placeholder 42">
            <a:extLst>
              <a:ext uri="{FF2B5EF4-FFF2-40B4-BE49-F238E27FC236}">
                <a16:creationId xmlns:a16="http://schemas.microsoft.com/office/drawing/2014/main" id="{33A67105-426E-99F9-CD6B-6F73D5248BE8}"/>
              </a:ext>
            </a:extLst>
          </p:cNvPr>
          <p:cNvSpPr txBox="1">
            <a:spLocks/>
          </p:cNvSpPr>
          <p:nvPr/>
        </p:nvSpPr>
        <p:spPr>
          <a:xfrm>
            <a:off x="914400" y="3108959"/>
            <a:ext cx="7132320" cy="324267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7472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73152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09728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46304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1828800" indent="-347472" algn="l" defTabSz="914400" rtl="0" eaLnBrk="1" latinLnBrk="0" hangingPunct="1">
              <a:lnSpc>
                <a:spcPct val="90000"/>
              </a:lnSpc>
              <a:spcBef>
                <a:spcPts val="1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/>
          </a:p>
          <a:p>
            <a:r>
              <a:rPr lang="en-US"/>
              <a:t>For example, a salesperson in Dynamics 365 Sales can use the price lists from Business Central when they create a sales order. When they add the item to the sales order line in Dynamics 365 Sales, they can see the inventory level (availability) of the item from Business Central.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548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3613E7-086D-D9A9-903B-F828D4EA99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F6975-1050-CBE5-A718-B5B458460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2118" y="2400300"/>
            <a:ext cx="10962409" cy="2377440"/>
          </a:xfrm>
        </p:spPr>
        <p:txBody>
          <a:bodyPr anchor="t" anchorCtr="0"/>
          <a:lstStyle/>
          <a:p>
            <a:r>
              <a:rPr lang="en-US" b="0" dirty="0"/>
              <a:t>With the synchronization between Business Central and Dynamics 365 Sales</a:t>
            </a:r>
            <a:r>
              <a:rPr lang="en-US" dirty="0"/>
              <a:t> you can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0FC67B-E949-F2A7-2AE5-F75CD5793CE2}"/>
              </a:ext>
            </a:extLst>
          </p:cNvPr>
          <p:cNvSpPr>
            <a:spLocks noGrp="1"/>
          </p:cNvSpPr>
          <p:nvPr>
            <p:ph sz="quarter" idx="35"/>
          </p:nvPr>
        </p:nvSpPr>
        <p:spPr>
          <a:xfrm>
            <a:off x="539239" y="3871018"/>
            <a:ext cx="6370716" cy="2378075"/>
          </a:xfrm>
        </p:spPr>
        <p:txBody>
          <a:bodyPr anchor="t" anchorCtr="0">
            <a:normAutofit/>
          </a:bodyPr>
          <a:lstStyle/>
          <a:p>
            <a:r>
              <a:rPr lang="en-US" b="1" dirty="0"/>
              <a:t>Handle sales order data</a:t>
            </a:r>
          </a:p>
          <a:p>
            <a:r>
              <a:rPr lang="en-US" b="1" dirty="0"/>
              <a:t>Handle sales quote data</a:t>
            </a:r>
          </a:p>
          <a:p>
            <a:r>
              <a:rPr lang="en-US" b="1" dirty="0"/>
              <a:t>Handle posted sales invoices, customer payments, and statistics</a:t>
            </a:r>
          </a:p>
          <a:p>
            <a:r>
              <a:rPr lang="en-US" b="1" dirty="0"/>
              <a:t>Handle sales prices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349F24-1B2D-75C9-E9BE-B2401E071497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/>
          <a:lstStyle/>
          <a:p>
            <a:fld id="{47FEACEE-25B4-4A2D-B147-27296E36371D}" type="slidenum">
              <a:rPr lang="en-US" altLang="zh-CN" noProof="0" smtClean="0"/>
              <a:pPr/>
              <a:t>7</a:t>
            </a:fld>
            <a:endParaRPr lang="en-US" altLang="zh-CN" noProof="0" dirty="0"/>
          </a:p>
        </p:txBody>
      </p:sp>
    </p:spTree>
    <p:extLst>
      <p:ext uri="{BB962C8B-B14F-4D97-AF65-F5344CB8AC3E}">
        <p14:creationId xmlns:p14="http://schemas.microsoft.com/office/powerpoint/2010/main" val="16107281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23">
            <a:extLst>
              <a:ext uri="{FF2B5EF4-FFF2-40B4-BE49-F238E27FC236}">
                <a16:creationId xmlns:a16="http://schemas.microsoft.com/office/drawing/2014/main" id="{AD2C8D04-263D-9589-1CFF-A5968D7C3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5040" y="731520"/>
            <a:ext cx="5394960" cy="210312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B993E4D5-4AD0-4740-096D-6822944C8FF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035040" y="3108960"/>
            <a:ext cx="5394960" cy="1879791"/>
          </a:xfrm>
        </p:spPr>
        <p:txBody>
          <a:bodyPr/>
          <a:lstStyle/>
          <a:p>
            <a:r>
              <a:rPr lang="en-US" dirty="0"/>
              <a:t>Oleksandr Fishchuk</a:t>
            </a:r>
          </a:p>
          <a:p>
            <a:pPr lvl="0"/>
            <a:r>
              <a:rPr lang="en-US" dirty="0"/>
              <a:t>ofishchuk@goldenpath-software.pl</a:t>
            </a:r>
          </a:p>
          <a:p>
            <a:pPr lvl="0"/>
            <a:r>
              <a:rPr lang="en-US" dirty="0"/>
              <a:t>www.goldenpath-software.pl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9279411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7">
      <a:dk1>
        <a:srgbClr val="000000"/>
      </a:dk1>
      <a:lt1>
        <a:srgbClr val="FFFFFF"/>
      </a:lt1>
      <a:dk2>
        <a:srgbClr val="0F253E"/>
      </a:dk2>
      <a:lt2>
        <a:srgbClr val="E7E6E6"/>
      </a:lt2>
      <a:accent1>
        <a:srgbClr val="4472C4"/>
      </a:accent1>
      <a:accent2>
        <a:srgbClr val="B83903"/>
      </a:accent2>
      <a:accent3>
        <a:srgbClr val="75262A"/>
      </a:accent3>
      <a:accent4>
        <a:srgbClr val="F79320"/>
      </a:accent4>
      <a:accent5>
        <a:srgbClr val="44668D"/>
      </a:accent5>
      <a:accent6>
        <a:srgbClr val="0F253E"/>
      </a:accent6>
      <a:hlink>
        <a:srgbClr val="AEC0D9"/>
      </a:hlink>
      <a:folHlink>
        <a:srgbClr val="B83903"/>
      </a:folHlink>
    </a:clrScheme>
    <a:fontScheme name="Custom 16">
      <a:majorFont>
        <a:latin typeface="Posterama"/>
        <a:ea typeface=""/>
        <a:cs typeface=""/>
      </a:majorFont>
      <a:minorFont>
        <a:latin typeface="Abad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/>
      <a:bodyPr/>
      <a:lstStyle>
        <a:defPPr marL="0" indent="0" algn="ctr">
          <a:lnSpc>
            <a:spcPct val="100000"/>
          </a:lnSpc>
          <a:spcBef>
            <a:spcPts val="0"/>
          </a:spcBef>
          <a:buFontTx/>
          <a:buNone/>
          <a:defRPr sz="1800" smtClean="0">
            <a:solidFill>
              <a:prstClr val="white"/>
            </a:solidFill>
            <a:latin typeface="Posterama" panose="020B0504020200020000" pitchFamily="34" charset="0"/>
            <a:ea typeface="微软雅黑"/>
            <a:cs typeface="Posterama" panose="020B0504020200020000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M9027928_win32_EF_v4" id="{FA821E7E-D625-4DCD-A30E-3216B54C8383}" vid="{DE28BE6C-8054-44B2-A92D-A1CAFC256BDB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0009351-EDD4-484E-ACD6-D50CCB13763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8DB3C62-858A-4A01-AFEF-21E0BB8CE26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79897CAE-455D-42C9-A951-0C21BC12254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{BE99236D-1AF8-4D1D-A489-9A37D2A989FD}TF63aebcec-8e39-4664-940a-dd6c2f00c54d020a9832_win32-3cdd3ee32610</Template>
  <TotalTime>730</TotalTime>
  <Words>247</Words>
  <Application>Microsoft Office PowerPoint</Application>
  <PresentationFormat>Widescreen</PresentationFormat>
  <Paragraphs>39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等线</vt:lpstr>
      <vt:lpstr>Abadi</vt:lpstr>
      <vt:lpstr>Arial</vt:lpstr>
      <vt:lpstr>Calibri</vt:lpstr>
      <vt:lpstr>Posterama</vt:lpstr>
      <vt:lpstr>Posterama Text SemiBold</vt:lpstr>
      <vt:lpstr>Custom</vt:lpstr>
      <vt:lpstr>MS Dynamics 365 Sales</vt:lpstr>
      <vt:lpstr>Agenda </vt:lpstr>
      <vt:lpstr>Introduction to Dynamics 365 Sales</vt:lpstr>
      <vt:lpstr>Dynamics 365 Sales  </vt:lpstr>
      <vt:lpstr>Dynamics 365 Sales integration with Business Central</vt:lpstr>
      <vt:lpstr>Coupling data in Business Central</vt:lpstr>
      <vt:lpstr>With the synchronization between Business Central and Dynamics 365 Sales you can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Oleksandr Fishchuk</dc:creator>
  <cp:lastModifiedBy>Oleksandr Fishchuk</cp:lastModifiedBy>
  <cp:revision>3</cp:revision>
  <dcterms:created xsi:type="dcterms:W3CDTF">2026-05-18T13:07:38Z</dcterms:created>
  <dcterms:modified xsi:type="dcterms:W3CDTF">2026-05-27T11:22:29Z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