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19"/>
  </p:notesMasterIdLst>
  <p:handoutMasterIdLst>
    <p:handoutMasterId r:id="rId20"/>
  </p:handoutMasterIdLst>
  <p:sldIdLst>
    <p:sldId id="292" r:id="rId5"/>
    <p:sldId id="299" r:id="rId6"/>
    <p:sldId id="297" r:id="rId7"/>
    <p:sldId id="306" r:id="rId8"/>
    <p:sldId id="261" r:id="rId9"/>
    <p:sldId id="298" r:id="rId10"/>
    <p:sldId id="279" r:id="rId11"/>
    <p:sldId id="276" r:id="rId12"/>
    <p:sldId id="301" r:id="rId13"/>
    <p:sldId id="293" r:id="rId14"/>
    <p:sldId id="307" r:id="rId15"/>
    <p:sldId id="303" r:id="rId16"/>
    <p:sldId id="308" r:id="rId17"/>
    <p:sldId id="289" r:id="rId18"/>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536" userDrawn="1">
          <p15:clr>
            <a:srgbClr val="A4A3A4"/>
          </p15:clr>
        </p15:guide>
        <p15:guide id="2" pos="312"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84400"/>
    <a:srgbClr val="446992"/>
    <a:srgbClr val="AEC2D8"/>
    <a:srgbClr val="98432A"/>
    <a:srgbClr val="44678D"/>
    <a:srgbClr val="263E5A"/>
    <a:srgbClr val="D6E0EB"/>
    <a:srgbClr val="728DAB"/>
    <a:srgbClr val="C95B3A"/>
    <a:srgbClr val="2D4C6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9DCAF9ED-07DC-4A11-8D7F-57B35C25682E}">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839" autoAdjust="0"/>
  </p:normalViewPr>
  <p:slideViewPr>
    <p:cSldViewPr snapToGrid="0" showGuides="1">
      <p:cViewPr varScale="1">
        <p:scale>
          <a:sx n="78" d="100"/>
          <a:sy n="78" d="100"/>
        </p:scale>
        <p:origin x="878" y="67"/>
      </p:cViewPr>
      <p:guideLst>
        <p:guide orient="horz" pos="1536"/>
        <p:guide pos="312"/>
      </p:guideLst>
    </p:cSldViewPr>
  </p:slideViewPr>
  <p:outlineViewPr>
    <p:cViewPr>
      <p:scale>
        <a:sx n="33" d="100"/>
        <a:sy n="33" d="100"/>
      </p:scale>
      <p:origin x="0" y="0"/>
    </p:cViewPr>
  </p:outlineViewPr>
  <p:notesTextViewPr>
    <p:cViewPr>
      <p:scale>
        <a:sx n="1" d="1"/>
        <a:sy n="1" d="1"/>
      </p:scale>
      <p:origin x="0" y="0"/>
    </p:cViewPr>
  </p:notesTextViewPr>
  <p:sorterViewPr>
    <p:cViewPr>
      <p:scale>
        <a:sx n="150" d="100"/>
        <a:sy n="150" d="100"/>
      </p:scale>
      <p:origin x="0" y="0"/>
    </p:cViewPr>
  </p:sorterViewPr>
  <p:notesViewPr>
    <p:cSldViewPr snapToGrid="0">
      <p:cViewPr varScale="1">
        <p:scale>
          <a:sx n="58" d="100"/>
          <a:sy n="58" d="100"/>
        </p:scale>
        <p:origin x="2491" y="67"/>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microsoft.com/office/2018/10/relationships/authors" Target="author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diagrams/colors1.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66480AC-C0DE-4E5E-9ECD-9AE37E3FCB79}" type="doc">
      <dgm:prSet loTypeId="urn:microsoft.com/office/officeart/2016/7/layout/BasicTimeline" loCatId="timeline" qsTypeId="urn:microsoft.com/office/officeart/2005/8/quickstyle/simple1" qsCatId="simple" csTypeId="urn:microsoft.com/office/officeart/2005/8/colors/accent2_2" csCatId="accent2" phldr="1"/>
      <dgm:spPr/>
      <dgm:t>
        <a:bodyPr/>
        <a:lstStyle/>
        <a:p>
          <a:endParaRPr lang="en-US"/>
        </a:p>
      </dgm:t>
    </dgm:pt>
    <dgm:pt modelId="{A8C03FBB-4A75-4460-AEA6-DEAEB9C61496}">
      <dgm:prSet phldrT="[Text]" phldr="0"/>
      <dgm:spPr/>
      <dgm:t>
        <a:bodyPr/>
        <a:lstStyle/>
        <a:p>
          <a:pPr>
            <a:defRPr b="1"/>
          </a:pPr>
          <a:r>
            <a:rPr lang="en-US" dirty="0">
              <a:solidFill>
                <a:schemeClr val="accent2">
                  <a:lumMod val="60000"/>
                  <a:lumOff val="40000"/>
                </a:schemeClr>
              </a:solidFill>
              <a:latin typeface="+mn-lt"/>
            </a:rPr>
            <a:t>Type 1</a:t>
          </a:r>
        </a:p>
      </dgm:t>
    </dgm:pt>
    <dgm:pt modelId="{4E972F7F-4B1B-47AA-A25B-1FFC561F1C76}" type="parTrans" cxnId="{D3D81948-D963-4D1E-AE16-9705EAF510FC}">
      <dgm:prSet/>
      <dgm:spPr/>
      <dgm:t>
        <a:bodyPr/>
        <a:lstStyle/>
        <a:p>
          <a:pPr algn="ctr"/>
          <a:endParaRPr lang="en-US">
            <a:latin typeface="+mn-lt"/>
          </a:endParaRPr>
        </a:p>
      </dgm:t>
    </dgm:pt>
    <dgm:pt modelId="{67361508-930A-4A23-8CFC-BB56DA645C3C}" type="sibTrans" cxnId="{D3D81948-D963-4D1E-AE16-9705EAF510FC}">
      <dgm:prSet/>
      <dgm:spPr/>
      <dgm:t>
        <a:bodyPr/>
        <a:lstStyle/>
        <a:p>
          <a:pPr algn="ctr"/>
          <a:endParaRPr lang="en-US">
            <a:latin typeface="+mn-lt"/>
          </a:endParaRPr>
        </a:p>
      </dgm:t>
    </dgm:pt>
    <dgm:pt modelId="{5E71F362-34DF-4EEC-92A3-0EFE450E05E4}">
      <dgm:prSet phldrT="[Text]" phldr="0" custT="1"/>
      <dgm:spPr/>
      <dgm:t>
        <a:bodyPr/>
        <a:lstStyle/>
        <a:p>
          <a:pPr algn="ctr"/>
          <a:r>
            <a:rPr lang="en-US" sz="1800" b="1" dirty="0">
              <a:latin typeface="+mn-lt"/>
            </a:rPr>
            <a:t>MPN ID</a:t>
          </a:r>
        </a:p>
      </dgm:t>
    </dgm:pt>
    <dgm:pt modelId="{8E5EE4D1-908E-455C-B8B3-281AD42DEC9A}" type="parTrans" cxnId="{B99CA6C9-28D1-4DDB-B8EC-AED73AD115CA}">
      <dgm:prSet/>
      <dgm:spPr/>
      <dgm:t>
        <a:bodyPr/>
        <a:lstStyle/>
        <a:p>
          <a:pPr algn="ctr"/>
          <a:endParaRPr lang="en-US">
            <a:latin typeface="+mn-lt"/>
          </a:endParaRPr>
        </a:p>
      </dgm:t>
    </dgm:pt>
    <dgm:pt modelId="{B208B24A-E9FD-40A9-B764-FB7C2B7ED8B9}" type="sibTrans" cxnId="{B99CA6C9-28D1-4DDB-B8EC-AED73AD115CA}">
      <dgm:prSet/>
      <dgm:spPr/>
      <dgm:t>
        <a:bodyPr/>
        <a:lstStyle/>
        <a:p>
          <a:pPr algn="ctr"/>
          <a:endParaRPr lang="en-US">
            <a:latin typeface="+mn-lt"/>
          </a:endParaRPr>
        </a:p>
      </dgm:t>
    </dgm:pt>
    <dgm:pt modelId="{91969DED-4CB8-4A14-A50B-3F7B848E46B5}">
      <dgm:prSet phldrT="[Text]" phldr="0"/>
      <dgm:spPr/>
      <dgm:t>
        <a:bodyPr/>
        <a:lstStyle/>
        <a:p>
          <a:pPr>
            <a:defRPr b="1"/>
          </a:pPr>
          <a:r>
            <a:rPr lang="en-US" dirty="0">
              <a:solidFill>
                <a:schemeClr val="accent2">
                  <a:lumMod val="60000"/>
                  <a:lumOff val="40000"/>
                </a:schemeClr>
              </a:solidFill>
              <a:latin typeface="+mn-lt"/>
            </a:rPr>
            <a:t>Type 2</a:t>
          </a:r>
        </a:p>
      </dgm:t>
    </dgm:pt>
    <dgm:pt modelId="{441CD73D-85E1-42A6-BCF8-362A3247E2F3}" type="parTrans" cxnId="{537F2ED0-8BD0-4AD5-B60D-89B660EDA1AC}">
      <dgm:prSet/>
      <dgm:spPr/>
      <dgm:t>
        <a:bodyPr/>
        <a:lstStyle/>
        <a:p>
          <a:pPr algn="ctr"/>
          <a:endParaRPr lang="en-US">
            <a:latin typeface="+mn-lt"/>
          </a:endParaRPr>
        </a:p>
      </dgm:t>
    </dgm:pt>
    <dgm:pt modelId="{81CA8AA2-C0C3-4381-BA8B-413EDD578B83}" type="sibTrans" cxnId="{537F2ED0-8BD0-4AD5-B60D-89B660EDA1AC}">
      <dgm:prSet/>
      <dgm:spPr/>
      <dgm:t>
        <a:bodyPr/>
        <a:lstStyle/>
        <a:p>
          <a:pPr algn="ctr"/>
          <a:endParaRPr lang="en-US">
            <a:latin typeface="+mn-lt"/>
          </a:endParaRPr>
        </a:p>
      </dgm:t>
    </dgm:pt>
    <dgm:pt modelId="{8A04F340-E8E1-4146-9905-E7ADCAEAABD7}">
      <dgm:prSet phldrT="[Text]" phldr="0" custT="1"/>
      <dgm:spPr/>
      <dgm:t>
        <a:bodyPr/>
        <a:lstStyle/>
        <a:p>
          <a:pPr algn="ctr"/>
          <a:r>
            <a:rPr lang="en-US" sz="1800" b="1" i="0" dirty="0"/>
            <a:t>PartnerSource Business Center </a:t>
          </a:r>
          <a:endParaRPr lang="en-US" sz="1800" b="0" dirty="0">
            <a:latin typeface="+mn-lt"/>
          </a:endParaRPr>
        </a:p>
      </dgm:t>
    </dgm:pt>
    <dgm:pt modelId="{4EBD5EC2-45ED-4ED6-8376-97D155A911AE}" type="parTrans" cxnId="{E636BFFB-0404-4D4B-B3F0-C64FDFD9DDEF}">
      <dgm:prSet/>
      <dgm:spPr/>
      <dgm:t>
        <a:bodyPr/>
        <a:lstStyle/>
        <a:p>
          <a:pPr algn="ctr"/>
          <a:endParaRPr lang="en-US">
            <a:latin typeface="+mn-lt"/>
          </a:endParaRPr>
        </a:p>
      </dgm:t>
    </dgm:pt>
    <dgm:pt modelId="{F9CD2A04-6A34-4104-A971-391788B88F55}" type="sibTrans" cxnId="{E636BFFB-0404-4D4B-B3F0-C64FDFD9DDEF}">
      <dgm:prSet/>
      <dgm:spPr/>
      <dgm:t>
        <a:bodyPr/>
        <a:lstStyle/>
        <a:p>
          <a:pPr algn="ctr"/>
          <a:endParaRPr lang="en-US">
            <a:latin typeface="+mn-lt"/>
          </a:endParaRPr>
        </a:p>
      </dgm:t>
    </dgm:pt>
    <dgm:pt modelId="{3CC73758-10C1-47F8-AFA7-1A986D4DDD60}">
      <dgm:prSet phldrT="[Text]" phldr="0"/>
      <dgm:spPr/>
      <dgm:t>
        <a:bodyPr/>
        <a:lstStyle/>
        <a:p>
          <a:pPr>
            <a:defRPr b="1"/>
          </a:pPr>
          <a:r>
            <a:rPr lang="en-US" dirty="0">
              <a:solidFill>
                <a:schemeClr val="accent2">
                  <a:lumMod val="60000"/>
                  <a:lumOff val="40000"/>
                </a:schemeClr>
              </a:solidFill>
              <a:latin typeface="+mn-lt"/>
            </a:rPr>
            <a:t>Type 3</a:t>
          </a:r>
        </a:p>
      </dgm:t>
    </dgm:pt>
    <dgm:pt modelId="{FF6AE4B6-4A2F-49EE-9316-9AF55E77838B}" type="parTrans" cxnId="{4A69F85D-5C15-48FD-893A-B3050E1BADEB}">
      <dgm:prSet/>
      <dgm:spPr/>
      <dgm:t>
        <a:bodyPr/>
        <a:lstStyle/>
        <a:p>
          <a:pPr algn="ctr"/>
          <a:endParaRPr lang="en-US">
            <a:latin typeface="+mn-lt"/>
          </a:endParaRPr>
        </a:p>
      </dgm:t>
    </dgm:pt>
    <dgm:pt modelId="{D8170BBA-6035-4773-8431-FEDD687647FF}" type="sibTrans" cxnId="{4A69F85D-5C15-48FD-893A-B3050E1BADEB}">
      <dgm:prSet/>
      <dgm:spPr/>
      <dgm:t>
        <a:bodyPr/>
        <a:lstStyle/>
        <a:p>
          <a:pPr algn="ctr"/>
          <a:endParaRPr lang="en-US">
            <a:latin typeface="+mn-lt"/>
          </a:endParaRPr>
        </a:p>
      </dgm:t>
    </dgm:pt>
    <dgm:pt modelId="{FD9CA14A-483C-4869-B0C1-7C5FB7EEDBCC}">
      <dgm:prSet phldrT="[Text]" phldr="0" custT="1"/>
      <dgm:spPr/>
      <dgm:t>
        <a:bodyPr/>
        <a:lstStyle/>
        <a:p>
          <a:pPr algn="ctr"/>
          <a:r>
            <a:rPr lang="en-US" sz="1800" dirty="0">
              <a:latin typeface="+mn-lt"/>
            </a:rPr>
            <a:t> </a:t>
          </a:r>
          <a:r>
            <a:rPr lang="en-US" sz="1800" b="1" i="0" dirty="0"/>
            <a:t>Developer account</a:t>
          </a:r>
          <a:endParaRPr lang="en-US" sz="1800" dirty="0">
            <a:latin typeface="+mn-lt"/>
          </a:endParaRPr>
        </a:p>
      </dgm:t>
    </dgm:pt>
    <dgm:pt modelId="{8182A92F-45BA-4CD1-8E43-0B0810A50FEB}" type="parTrans" cxnId="{5EDA943F-300F-408A-A52E-3D5140FD5C22}">
      <dgm:prSet/>
      <dgm:spPr/>
      <dgm:t>
        <a:bodyPr/>
        <a:lstStyle/>
        <a:p>
          <a:pPr algn="ctr"/>
          <a:endParaRPr lang="en-US">
            <a:latin typeface="+mn-lt"/>
          </a:endParaRPr>
        </a:p>
      </dgm:t>
    </dgm:pt>
    <dgm:pt modelId="{914BB93C-EA8A-4B5B-8F06-30DA7C7F4B7B}" type="sibTrans" cxnId="{5EDA943F-300F-408A-A52E-3D5140FD5C22}">
      <dgm:prSet/>
      <dgm:spPr/>
      <dgm:t>
        <a:bodyPr/>
        <a:lstStyle/>
        <a:p>
          <a:pPr algn="ctr"/>
          <a:endParaRPr lang="en-US">
            <a:latin typeface="+mn-lt"/>
          </a:endParaRPr>
        </a:p>
      </dgm:t>
    </dgm:pt>
    <dgm:pt modelId="{9FFA803F-EA25-49D8-A073-96E9747E345F}" type="pres">
      <dgm:prSet presAssocID="{A66480AC-C0DE-4E5E-9ECD-9AE37E3FCB79}" presName="root" presStyleCnt="0">
        <dgm:presLayoutVars>
          <dgm:chMax/>
          <dgm:chPref/>
          <dgm:animLvl val="lvl"/>
        </dgm:presLayoutVars>
      </dgm:prSet>
      <dgm:spPr/>
    </dgm:pt>
    <dgm:pt modelId="{EE0E6265-BE99-48D1-8879-DB5A75D6D78E}" type="pres">
      <dgm:prSet presAssocID="{A66480AC-C0DE-4E5E-9ECD-9AE37E3FCB79}" presName="divider" presStyleLbl="fgAccFollowNode1" presStyleIdx="0" presStyleCnt="1"/>
      <dgm:spPr>
        <a:solidFill>
          <a:schemeClr val="accent2">
            <a:alpha val="90000"/>
            <a:tint val="40000"/>
            <a:hueOff val="0"/>
            <a:satOff val="0"/>
            <a:lumOff val="0"/>
            <a:alphaOff val="0"/>
          </a:schemeClr>
        </a:solidFill>
        <a:ln w="12700" cap="flat" cmpd="sng" algn="ctr">
          <a:solidFill>
            <a:schemeClr val="accent2">
              <a:alpha val="90000"/>
              <a:tint val="40000"/>
              <a:hueOff val="0"/>
              <a:satOff val="0"/>
              <a:lumOff val="0"/>
              <a:alphaOff val="0"/>
            </a:schemeClr>
          </a:solidFill>
          <a:prstDash val="solid"/>
          <a:miter lim="800000"/>
          <a:tailEnd type="triangle" w="lg" len="lg"/>
        </a:ln>
        <a:effectLst/>
      </dgm:spPr>
    </dgm:pt>
    <dgm:pt modelId="{BDA8F949-88B8-486D-9E41-ABA1463A8926}" type="pres">
      <dgm:prSet presAssocID="{A66480AC-C0DE-4E5E-9ECD-9AE37E3FCB79}" presName="nodes" presStyleCnt="0">
        <dgm:presLayoutVars>
          <dgm:chMax/>
          <dgm:chPref/>
          <dgm:animLvl val="lvl"/>
        </dgm:presLayoutVars>
      </dgm:prSet>
      <dgm:spPr/>
    </dgm:pt>
    <dgm:pt modelId="{A41AEE8D-8763-4311-BB07-B499A93D76EA}" type="pres">
      <dgm:prSet presAssocID="{A8C03FBB-4A75-4460-AEA6-DEAEB9C61496}" presName="composite" presStyleCnt="0"/>
      <dgm:spPr/>
    </dgm:pt>
    <dgm:pt modelId="{FE5C7F33-9326-49FB-89A3-8A20163AD994}" type="pres">
      <dgm:prSet presAssocID="{A8C03FBB-4A75-4460-AEA6-DEAEB9C61496}" presName="L1TextContainer" presStyleLbl="revTx" presStyleIdx="0" presStyleCnt="3">
        <dgm:presLayoutVars>
          <dgm:chMax val="1"/>
          <dgm:chPref val="1"/>
          <dgm:bulletEnabled val="1"/>
        </dgm:presLayoutVars>
      </dgm:prSet>
      <dgm:spPr/>
    </dgm:pt>
    <dgm:pt modelId="{C51067AB-548D-47E7-B9DD-C7A4C9600F8C}" type="pres">
      <dgm:prSet presAssocID="{A8C03FBB-4A75-4460-AEA6-DEAEB9C61496}" presName="L2TextContainerWrapper" presStyleCnt="0">
        <dgm:presLayoutVars>
          <dgm:chMax val="0"/>
          <dgm:chPref val="0"/>
          <dgm:bulletEnabled val="1"/>
        </dgm:presLayoutVars>
      </dgm:prSet>
      <dgm:spPr/>
    </dgm:pt>
    <dgm:pt modelId="{BA29120C-7C6B-4F62-9079-4AD528BC0744}" type="pres">
      <dgm:prSet presAssocID="{A8C03FBB-4A75-4460-AEA6-DEAEB9C61496}" presName="L2TextContainer" presStyleLbl="bgAcc1" presStyleIdx="0" presStyleCnt="3"/>
      <dgm:spPr/>
    </dgm:pt>
    <dgm:pt modelId="{617B6CDA-9351-44EF-9011-41758FE93851}" type="pres">
      <dgm:prSet presAssocID="{A8C03FBB-4A75-4460-AEA6-DEAEB9C61496}" presName="FlexibleEmptyPlaceHolder" presStyleCnt="0"/>
      <dgm:spPr/>
    </dgm:pt>
    <dgm:pt modelId="{A95DB80B-444A-4D69-B205-3A801BB8524A}" type="pres">
      <dgm:prSet presAssocID="{A8C03FBB-4A75-4460-AEA6-DEAEB9C61496}" presName="ConnectLine" presStyleLbl="sibTrans1D1" presStyleIdx="0" presStyleCnt="3"/>
      <dgm:spPr>
        <a:noFill/>
        <a:ln w="6350" cap="flat" cmpd="sng" algn="ctr">
          <a:solidFill>
            <a:schemeClr val="accent2">
              <a:hueOff val="0"/>
              <a:satOff val="0"/>
              <a:lumOff val="0"/>
              <a:alphaOff val="0"/>
            </a:schemeClr>
          </a:solidFill>
          <a:prstDash val="dash"/>
          <a:miter lim="800000"/>
        </a:ln>
        <a:effectLst/>
      </dgm:spPr>
    </dgm:pt>
    <dgm:pt modelId="{FA19A0AA-8B0B-4AA8-A80D-08CFFDD3F112}" type="pres">
      <dgm:prSet presAssocID="{A8C03FBB-4A75-4460-AEA6-DEAEB9C61496}" presName="ConnectorPoint" presStyleLbl="alignNode1" presStyleIdx="0" presStyleCnt="3"/>
      <dgm:spPr/>
    </dgm:pt>
    <dgm:pt modelId="{C298CC98-EF08-4D23-94A2-F58DEE6D7DE4}" type="pres">
      <dgm:prSet presAssocID="{A8C03FBB-4A75-4460-AEA6-DEAEB9C61496}" presName="EmptyPlaceHolder" presStyleCnt="0"/>
      <dgm:spPr/>
    </dgm:pt>
    <dgm:pt modelId="{F3D981F8-7433-4E93-99E6-2B447306B973}" type="pres">
      <dgm:prSet presAssocID="{67361508-930A-4A23-8CFC-BB56DA645C3C}" presName="spaceBetweenRectangles" presStyleCnt="0"/>
      <dgm:spPr/>
    </dgm:pt>
    <dgm:pt modelId="{7D29DFA7-018B-45C9-AC1C-5CFC82FEE150}" type="pres">
      <dgm:prSet presAssocID="{91969DED-4CB8-4A14-A50B-3F7B848E46B5}" presName="composite" presStyleCnt="0"/>
      <dgm:spPr/>
    </dgm:pt>
    <dgm:pt modelId="{60D0713D-AF69-4AF8-B071-F65622790886}" type="pres">
      <dgm:prSet presAssocID="{91969DED-4CB8-4A14-A50B-3F7B848E46B5}" presName="L1TextContainer" presStyleLbl="revTx" presStyleIdx="1" presStyleCnt="3">
        <dgm:presLayoutVars>
          <dgm:chMax val="1"/>
          <dgm:chPref val="1"/>
          <dgm:bulletEnabled val="1"/>
        </dgm:presLayoutVars>
      </dgm:prSet>
      <dgm:spPr/>
    </dgm:pt>
    <dgm:pt modelId="{5DAA1547-FEA7-4F69-96D3-0E3A07601B1E}" type="pres">
      <dgm:prSet presAssocID="{91969DED-4CB8-4A14-A50B-3F7B848E46B5}" presName="L2TextContainerWrapper" presStyleCnt="0">
        <dgm:presLayoutVars>
          <dgm:chMax val="0"/>
          <dgm:chPref val="0"/>
          <dgm:bulletEnabled val="1"/>
        </dgm:presLayoutVars>
      </dgm:prSet>
      <dgm:spPr/>
    </dgm:pt>
    <dgm:pt modelId="{DADAA0C9-3E42-4088-8622-30E9F6EA139A}" type="pres">
      <dgm:prSet presAssocID="{91969DED-4CB8-4A14-A50B-3F7B848E46B5}" presName="L2TextContainer" presStyleLbl="bgAcc1" presStyleIdx="1" presStyleCnt="3"/>
      <dgm:spPr/>
    </dgm:pt>
    <dgm:pt modelId="{D2E61EE0-F306-43AF-AFF9-74A14B9CF379}" type="pres">
      <dgm:prSet presAssocID="{91969DED-4CB8-4A14-A50B-3F7B848E46B5}" presName="FlexibleEmptyPlaceHolder" presStyleCnt="0"/>
      <dgm:spPr/>
    </dgm:pt>
    <dgm:pt modelId="{DBD74D6B-057A-432C-9067-BF618C19EB2A}" type="pres">
      <dgm:prSet presAssocID="{91969DED-4CB8-4A14-A50B-3F7B848E46B5}" presName="ConnectLine" presStyleLbl="sibTrans1D1" presStyleIdx="1" presStyleCnt="3"/>
      <dgm:spPr>
        <a:noFill/>
        <a:ln w="6350" cap="flat" cmpd="sng" algn="ctr">
          <a:solidFill>
            <a:schemeClr val="accent2">
              <a:hueOff val="0"/>
              <a:satOff val="0"/>
              <a:lumOff val="0"/>
              <a:alphaOff val="0"/>
            </a:schemeClr>
          </a:solidFill>
          <a:prstDash val="dash"/>
          <a:miter lim="800000"/>
        </a:ln>
        <a:effectLst/>
      </dgm:spPr>
    </dgm:pt>
    <dgm:pt modelId="{0F979253-FD39-4920-BFCA-78C564B167EA}" type="pres">
      <dgm:prSet presAssocID="{91969DED-4CB8-4A14-A50B-3F7B848E46B5}" presName="ConnectorPoint" presStyleLbl="alignNode1" presStyleIdx="1" presStyleCnt="3"/>
      <dgm:spPr/>
    </dgm:pt>
    <dgm:pt modelId="{C9B4B298-E04C-4317-856D-E345FE5EC64B}" type="pres">
      <dgm:prSet presAssocID="{91969DED-4CB8-4A14-A50B-3F7B848E46B5}" presName="EmptyPlaceHolder" presStyleCnt="0"/>
      <dgm:spPr/>
    </dgm:pt>
    <dgm:pt modelId="{9B636147-AF19-40E0-BE7D-3BE8148CC024}" type="pres">
      <dgm:prSet presAssocID="{81CA8AA2-C0C3-4381-BA8B-413EDD578B83}" presName="spaceBetweenRectangles" presStyleCnt="0"/>
      <dgm:spPr/>
    </dgm:pt>
    <dgm:pt modelId="{76CB18D4-86E2-467C-A2CF-3ED9EFE66BEA}" type="pres">
      <dgm:prSet presAssocID="{3CC73758-10C1-47F8-AFA7-1A986D4DDD60}" presName="composite" presStyleCnt="0"/>
      <dgm:spPr/>
    </dgm:pt>
    <dgm:pt modelId="{E712D073-0B15-4887-9DCE-A27BCACBC178}" type="pres">
      <dgm:prSet presAssocID="{3CC73758-10C1-47F8-AFA7-1A986D4DDD60}" presName="L1TextContainer" presStyleLbl="revTx" presStyleIdx="2" presStyleCnt="3">
        <dgm:presLayoutVars>
          <dgm:chMax val="1"/>
          <dgm:chPref val="1"/>
          <dgm:bulletEnabled val="1"/>
        </dgm:presLayoutVars>
      </dgm:prSet>
      <dgm:spPr/>
    </dgm:pt>
    <dgm:pt modelId="{4C57E835-21E8-44E9-8CE3-1E2D478ECB2B}" type="pres">
      <dgm:prSet presAssocID="{3CC73758-10C1-47F8-AFA7-1A986D4DDD60}" presName="L2TextContainerWrapper" presStyleCnt="0">
        <dgm:presLayoutVars>
          <dgm:chMax val="0"/>
          <dgm:chPref val="0"/>
          <dgm:bulletEnabled val="1"/>
        </dgm:presLayoutVars>
      </dgm:prSet>
      <dgm:spPr/>
    </dgm:pt>
    <dgm:pt modelId="{E0D48281-565D-47A3-9B6C-576231178549}" type="pres">
      <dgm:prSet presAssocID="{3CC73758-10C1-47F8-AFA7-1A986D4DDD60}" presName="L2TextContainer" presStyleLbl="bgAcc1" presStyleIdx="2" presStyleCnt="3"/>
      <dgm:spPr/>
    </dgm:pt>
    <dgm:pt modelId="{E0365E95-CAD6-4660-956D-E490447A5CB4}" type="pres">
      <dgm:prSet presAssocID="{3CC73758-10C1-47F8-AFA7-1A986D4DDD60}" presName="FlexibleEmptyPlaceHolder" presStyleCnt="0"/>
      <dgm:spPr/>
    </dgm:pt>
    <dgm:pt modelId="{DCAE8A46-752C-4E82-84CE-E790E1F2918E}" type="pres">
      <dgm:prSet presAssocID="{3CC73758-10C1-47F8-AFA7-1A986D4DDD60}" presName="ConnectLine" presStyleLbl="sibTrans1D1" presStyleIdx="2" presStyleCnt="3"/>
      <dgm:spPr>
        <a:noFill/>
        <a:ln w="6350" cap="flat" cmpd="sng" algn="ctr">
          <a:solidFill>
            <a:schemeClr val="accent2">
              <a:hueOff val="0"/>
              <a:satOff val="0"/>
              <a:lumOff val="0"/>
              <a:alphaOff val="0"/>
            </a:schemeClr>
          </a:solidFill>
          <a:prstDash val="dash"/>
          <a:miter lim="800000"/>
        </a:ln>
        <a:effectLst/>
      </dgm:spPr>
    </dgm:pt>
    <dgm:pt modelId="{B6459BF8-D2C3-4018-9C28-98667DC203F4}" type="pres">
      <dgm:prSet presAssocID="{3CC73758-10C1-47F8-AFA7-1A986D4DDD60}" presName="ConnectorPoint" presStyleLbl="alignNode1" presStyleIdx="2" presStyleCnt="3"/>
      <dgm:spPr/>
    </dgm:pt>
    <dgm:pt modelId="{EAB0CCC2-BFF9-432D-BA8E-7ECAF2D92AF2}" type="pres">
      <dgm:prSet presAssocID="{3CC73758-10C1-47F8-AFA7-1A986D4DDD60}" presName="EmptyPlaceHolder" presStyleCnt="0"/>
      <dgm:spPr/>
    </dgm:pt>
  </dgm:ptLst>
  <dgm:cxnLst>
    <dgm:cxn modelId="{64516513-C9B3-4B52-A434-6178ACAB3599}" type="presOf" srcId="{91969DED-4CB8-4A14-A50B-3F7B848E46B5}" destId="{60D0713D-AF69-4AF8-B071-F65622790886}" srcOrd="0" destOrd="0" presId="urn:microsoft.com/office/officeart/2016/7/layout/BasicTimeline"/>
    <dgm:cxn modelId="{5EDA943F-300F-408A-A52E-3D5140FD5C22}" srcId="{3CC73758-10C1-47F8-AFA7-1A986D4DDD60}" destId="{FD9CA14A-483C-4869-B0C1-7C5FB7EEDBCC}" srcOrd="0" destOrd="0" parTransId="{8182A92F-45BA-4CD1-8E43-0B0810A50FEB}" sibTransId="{914BB93C-EA8A-4B5B-8F06-30DA7C7F4B7B}"/>
    <dgm:cxn modelId="{4A69F85D-5C15-48FD-893A-B3050E1BADEB}" srcId="{A66480AC-C0DE-4E5E-9ECD-9AE37E3FCB79}" destId="{3CC73758-10C1-47F8-AFA7-1A986D4DDD60}" srcOrd="2" destOrd="0" parTransId="{FF6AE4B6-4A2F-49EE-9316-9AF55E77838B}" sibTransId="{D8170BBA-6035-4773-8431-FEDD687647FF}"/>
    <dgm:cxn modelId="{D3D81948-D963-4D1E-AE16-9705EAF510FC}" srcId="{A66480AC-C0DE-4E5E-9ECD-9AE37E3FCB79}" destId="{A8C03FBB-4A75-4460-AEA6-DEAEB9C61496}" srcOrd="0" destOrd="0" parTransId="{4E972F7F-4B1B-47AA-A25B-1FFC561F1C76}" sibTransId="{67361508-930A-4A23-8CFC-BB56DA645C3C}"/>
    <dgm:cxn modelId="{41643976-DEF5-44B7-B9E7-888F3AEFC45F}" type="presOf" srcId="{3CC73758-10C1-47F8-AFA7-1A986D4DDD60}" destId="{E712D073-0B15-4887-9DCE-A27BCACBC178}" srcOrd="0" destOrd="0" presId="urn:microsoft.com/office/officeart/2016/7/layout/BasicTimeline"/>
    <dgm:cxn modelId="{E5C7B693-D4EE-4A4E-97D1-4621CA0D3E91}" type="presOf" srcId="{A8C03FBB-4A75-4460-AEA6-DEAEB9C61496}" destId="{FE5C7F33-9326-49FB-89A3-8A20163AD994}" srcOrd="0" destOrd="0" presId="urn:microsoft.com/office/officeart/2016/7/layout/BasicTimeline"/>
    <dgm:cxn modelId="{4CE397A6-DB48-4AAE-BCFB-3D992789379D}" type="presOf" srcId="{5E71F362-34DF-4EEC-92A3-0EFE450E05E4}" destId="{BA29120C-7C6B-4F62-9079-4AD528BC0744}" srcOrd="0" destOrd="0" presId="urn:microsoft.com/office/officeart/2016/7/layout/BasicTimeline"/>
    <dgm:cxn modelId="{B99CA6C9-28D1-4DDB-B8EC-AED73AD115CA}" srcId="{A8C03FBB-4A75-4460-AEA6-DEAEB9C61496}" destId="{5E71F362-34DF-4EEC-92A3-0EFE450E05E4}" srcOrd="0" destOrd="0" parTransId="{8E5EE4D1-908E-455C-B8B3-281AD42DEC9A}" sibTransId="{B208B24A-E9FD-40A9-B764-FB7C2B7ED8B9}"/>
    <dgm:cxn modelId="{537F2ED0-8BD0-4AD5-B60D-89B660EDA1AC}" srcId="{A66480AC-C0DE-4E5E-9ECD-9AE37E3FCB79}" destId="{91969DED-4CB8-4A14-A50B-3F7B848E46B5}" srcOrd="1" destOrd="0" parTransId="{441CD73D-85E1-42A6-BCF8-362A3247E2F3}" sibTransId="{81CA8AA2-C0C3-4381-BA8B-413EDD578B83}"/>
    <dgm:cxn modelId="{403E30EA-CA23-4A5A-9D22-DF82F93CFF08}" type="presOf" srcId="{A66480AC-C0DE-4E5E-9ECD-9AE37E3FCB79}" destId="{9FFA803F-EA25-49D8-A073-96E9747E345F}" srcOrd="0" destOrd="0" presId="urn:microsoft.com/office/officeart/2016/7/layout/BasicTimeline"/>
    <dgm:cxn modelId="{252B4FF4-6466-43C7-8436-08B55881B5BC}" type="presOf" srcId="{FD9CA14A-483C-4869-B0C1-7C5FB7EEDBCC}" destId="{E0D48281-565D-47A3-9B6C-576231178549}" srcOrd="0" destOrd="0" presId="urn:microsoft.com/office/officeart/2016/7/layout/BasicTimeline"/>
    <dgm:cxn modelId="{9488AFF6-9066-454E-B3C3-57C8BC68F549}" type="presOf" srcId="{8A04F340-E8E1-4146-9905-E7ADCAEAABD7}" destId="{DADAA0C9-3E42-4088-8622-30E9F6EA139A}" srcOrd="0" destOrd="0" presId="urn:microsoft.com/office/officeart/2016/7/layout/BasicTimeline"/>
    <dgm:cxn modelId="{E636BFFB-0404-4D4B-B3F0-C64FDFD9DDEF}" srcId="{91969DED-4CB8-4A14-A50B-3F7B848E46B5}" destId="{8A04F340-E8E1-4146-9905-E7ADCAEAABD7}" srcOrd="0" destOrd="0" parTransId="{4EBD5EC2-45ED-4ED6-8376-97D155A911AE}" sibTransId="{F9CD2A04-6A34-4104-A971-391788B88F55}"/>
    <dgm:cxn modelId="{9C5E351C-4F83-42C9-8766-363923817116}" type="presParOf" srcId="{9FFA803F-EA25-49D8-A073-96E9747E345F}" destId="{EE0E6265-BE99-48D1-8879-DB5A75D6D78E}" srcOrd="0" destOrd="0" presId="urn:microsoft.com/office/officeart/2016/7/layout/BasicTimeline"/>
    <dgm:cxn modelId="{F4A239D2-791C-4FA7-8885-B0E1A7FEAC48}" type="presParOf" srcId="{9FFA803F-EA25-49D8-A073-96E9747E345F}" destId="{BDA8F949-88B8-486D-9E41-ABA1463A8926}" srcOrd="1" destOrd="0" presId="urn:microsoft.com/office/officeart/2016/7/layout/BasicTimeline"/>
    <dgm:cxn modelId="{14D4DBE1-C56F-48BE-A66B-2B0E85E7B755}" type="presParOf" srcId="{BDA8F949-88B8-486D-9E41-ABA1463A8926}" destId="{A41AEE8D-8763-4311-BB07-B499A93D76EA}" srcOrd="0" destOrd="0" presId="urn:microsoft.com/office/officeart/2016/7/layout/BasicTimeline"/>
    <dgm:cxn modelId="{2868F0B4-2D8C-4E60-A800-D7753FFE1445}" type="presParOf" srcId="{A41AEE8D-8763-4311-BB07-B499A93D76EA}" destId="{FE5C7F33-9326-49FB-89A3-8A20163AD994}" srcOrd="0" destOrd="0" presId="urn:microsoft.com/office/officeart/2016/7/layout/BasicTimeline"/>
    <dgm:cxn modelId="{6F72394A-7E16-45AE-B5C9-6D1224450F0E}" type="presParOf" srcId="{A41AEE8D-8763-4311-BB07-B499A93D76EA}" destId="{C51067AB-548D-47E7-B9DD-C7A4C9600F8C}" srcOrd="1" destOrd="0" presId="urn:microsoft.com/office/officeart/2016/7/layout/BasicTimeline"/>
    <dgm:cxn modelId="{2BF023E2-BD82-4543-9797-FF9FAF55B2A5}" type="presParOf" srcId="{C51067AB-548D-47E7-B9DD-C7A4C9600F8C}" destId="{BA29120C-7C6B-4F62-9079-4AD528BC0744}" srcOrd="0" destOrd="0" presId="urn:microsoft.com/office/officeart/2016/7/layout/BasicTimeline"/>
    <dgm:cxn modelId="{2E1DF8FC-1E3D-407B-8B7F-074787FD4D73}" type="presParOf" srcId="{C51067AB-548D-47E7-B9DD-C7A4C9600F8C}" destId="{617B6CDA-9351-44EF-9011-41758FE93851}" srcOrd="1" destOrd="0" presId="urn:microsoft.com/office/officeart/2016/7/layout/BasicTimeline"/>
    <dgm:cxn modelId="{4C3C8707-33EB-4053-85D9-0C1CF04E32CD}" type="presParOf" srcId="{A41AEE8D-8763-4311-BB07-B499A93D76EA}" destId="{A95DB80B-444A-4D69-B205-3A801BB8524A}" srcOrd="2" destOrd="0" presId="urn:microsoft.com/office/officeart/2016/7/layout/BasicTimeline"/>
    <dgm:cxn modelId="{1FE3BD8D-0AF3-46A6-AB51-EDAEC9EB4D89}" type="presParOf" srcId="{A41AEE8D-8763-4311-BB07-B499A93D76EA}" destId="{FA19A0AA-8B0B-4AA8-A80D-08CFFDD3F112}" srcOrd="3" destOrd="0" presId="urn:microsoft.com/office/officeart/2016/7/layout/BasicTimeline"/>
    <dgm:cxn modelId="{B5FDF500-80BD-45C8-BBEB-575AA1DAADE7}" type="presParOf" srcId="{A41AEE8D-8763-4311-BB07-B499A93D76EA}" destId="{C298CC98-EF08-4D23-94A2-F58DEE6D7DE4}" srcOrd="4" destOrd="0" presId="urn:microsoft.com/office/officeart/2016/7/layout/BasicTimeline"/>
    <dgm:cxn modelId="{90EDA9D9-5363-433C-811E-5513B52588D1}" type="presParOf" srcId="{BDA8F949-88B8-486D-9E41-ABA1463A8926}" destId="{F3D981F8-7433-4E93-99E6-2B447306B973}" srcOrd="1" destOrd="0" presId="urn:microsoft.com/office/officeart/2016/7/layout/BasicTimeline"/>
    <dgm:cxn modelId="{7935889E-4736-4C7F-8622-A330C126F16B}" type="presParOf" srcId="{BDA8F949-88B8-486D-9E41-ABA1463A8926}" destId="{7D29DFA7-018B-45C9-AC1C-5CFC82FEE150}" srcOrd="2" destOrd="0" presId="urn:microsoft.com/office/officeart/2016/7/layout/BasicTimeline"/>
    <dgm:cxn modelId="{EB2658D4-3F40-4748-AE39-624B8E620A96}" type="presParOf" srcId="{7D29DFA7-018B-45C9-AC1C-5CFC82FEE150}" destId="{60D0713D-AF69-4AF8-B071-F65622790886}" srcOrd="0" destOrd="0" presId="urn:microsoft.com/office/officeart/2016/7/layout/BasicTimeline"/>
    <dgm:cxn modelId="{51E99B0B-8CC3-4BC2-8250-4C73AF5F12E8}" type="presParOf" srcId="{7D29DFA7-018B-45C9-AC1C-5CFC82FEE150}" destId="{5DAA1547-FEA7-4F69-96D3-0E3A07601B1E}" srcOrd="1" destOrd="0" presId="urn:microsoft.com/office/officeart/2016/7/layout/BasicTimeline"/>
    <dgm:cxn modelId="{9826AAC2-4AE6-4C22-826D-5672547E59BD}" type="presParOf" srcId="{5DAA1547-FEA7-4F69-96D3-0E3A07601B1E}" destId="{DADAA0C9-3E42-4088-8622-30E9F6EA139A}" srcOrd="0" destOrd="0" presId="urn:microsoft.com/office/officeart/2016/7/layout/BasicTimeline"/>
    <dgm:cxn modelId="{EC270DFB-5C5B-40C9-8196-FC46A9C21D19}" type="presParOf" srcId="{5DAA1547-FEA7-4F69-96D3-0E3A07601B1E}" destId="{D2E61EE0-F306-43AF-AFF9-74A14B9CF379}" srcOrd="1" destOrd="0" presId="urn:microsoft.com/office/officeart/2016/7/layout/BasicTimeline"/>
    <dgm:cxn modelId="{CB792D24-F02F-48C4-AC1D-366893851161}" type="presParOf" srcId="{7D29DFA7-018B-45C9-AC1C-5CFC82FEE150}" destId="{DBD74D6B-057A-432C-9067-BF618C19EB2A}" srcOrd="2" destOrd="0" presId="urn:microsoft.com/office/officeart/2016/7/layout/BasicTimeline"/>
    <dgm:cxn modelId="{0B13E8C1-0B1E-425B-8D83-92D34782753B}" type="presParOf" srcId="{7D29DFA7-018B-45C9-AC1C-5CFC82FEE150}" destId="{0F979253-FD39-4920-BFCA-78C564B167EA}" srcOrd="3" destOrd="0" presId="urn:microsoft.com/office/officeart/2016/7/layout/BasicTimeline"/>
    <dgm:cxn modelId="{6B60A5F4-2BAC-4F3F-A227-CB4F69F166D3}" type="presParOf" srcId="{7D29DFA7-018B-45C9-AC1C-5CFC82FEE150}" destId="{C9B4B298-E04C-4317-856D-E345FE5EC64B}" srcOrd="4" destOrd="0" presId="urn:microsoft.com/office/officeart/2016/7/layout/BasicTimeline"/>
    <dgm:cxn modelId="{F632D135-41E2-43A9-9B84-8A9C50BA663F}" type="presParOf" srcId="{BDA8F949-88B8-486D-9E41-ABA1463A8926}" destId="{9B636147-AF19-40E0-BE7D-3BE8148CC024}" srcOrd="3" destOrd="0" presId="urn:microsoft.com/office/officeart/2016/7/layout/BasicTimeline"/>
    <dgm:cxn modelId="{3411521A-E802-4A42-B7EC-D46E6B3B7C96}" type="presParOf" srcId="{BDA8F949-88B8-486D-9E41-ABA1463A8926}" destId="{76CB18D4-86E2-467C-A2CF-3ED9EFE66BEA}" srcOrd="4" destOrd="0" presId="urn:microsoft.com/office/officeart/2016/7/layout/BasicTimeline"/>
    <dgm:cxn modelId="{88CD890C-B8E8-4CDA-B032-3A9A3F32FD79}" type="presParOf" srcId="{76CB18D4-86E2-467C-A2CF-3ED9EFE66BEA}" destId="{E712D073-0B15-4887-9DCE-A27BCACBC178}" srcOrd="0" destOrd="0" presId="urn:microsoft.com/office/officeart/2016/7/layout/BasicTimeline"/>
    <dgm:cxn modelId="{AB1754FF-81F0-4ADB-A662-440DA0FBE430}" type="presParOf" srcId="{76CB18D4-86E2-467C-A2CF-3ED9EFE66BEA}" destId="{4C57E835-21E8-44E9-8CE3-1E2D478ECB2B}" srcOrd="1" destOrd="0" presId="urn:microsoft.com/office/officeart/2016/7/layout/BasicTimeline"/>
    <dgm:cxn modelId="{03EB58B1-E5D1-49BD-8FE7-FF1A8E5CDD51}" type="presParOf" srcId="{4C57E835-21E8-44E9-8CE3-1E2D478ECB2B}" destId="{E0D48281-565D-47A3-9B6C-576231178549}" srcOrd="0" destOrd="0" presId="urn:microsoft.com/office/officeart/2016/7/layout/BasicTimeline"/>
    <dgm:cxn modelId="{C7D8A92C-6CBF-4FA3-931B-5668E18C280C}" type="presParOf" srcId="{4C57E835-21E8-44E9-8CE3-1E2D478ECB2B}" destId="{E0365E95-CAD6-4660-956D-E490447A5CB4}" srcOrd="1" destOrd="0" presId="urn:microsoft.com/office/officeart/2016/7/layout/BasicTimeline"/>
    <dgm:cxn modelId="{57009207-8976-4EFD-876A-EF1C91AB599A}" type="presParOf" srcId="{76CB18D4-86E2-467C-A2CF-3ED9EFE66BEA}" destId="{DCAE8A46-752C-4E82-84CE-E790E1F2918E}" srcOrd="2" destOrd="0" presId="urn:microsoft.com/office/officeart/2016/7/layout/BasicTimeline"/>
    <dgm:cxn modelId="{A5FB4889-2275-4DD2-ADF0-583A5D1AE1ED}" type="presParOf" srcId="{76CB18D4-86E2-467C-A2CF-3ED9EFE66BEA}" destId="{B6459BF8-D2C3-4018-9C28-98667DC203F4}" srcOrd="3" destOrd="0" presId="urn:microsoft.com/office/officeart/2016/7/layout/BasicTimeline"/>
    <dgm:cxn modelId="{8B3418BE-680A-4C04-AD26-F21B02D832B0}" type="presParOf" srcId="{76CB18D4-86E2-467C-A2CF-3ED9EFE66BEA}" destId="{EAB0CCC2-BFF9-432D-BA8E-7ECAF2D92AF2}" srcOrd="4" destOrd="0" presId="urn:microsoft.com/office/officeart/2016/7/layout/BasicTimeline"/>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E0E6265-BE99-48D1-8879-DB5A75D6D78E}">
      <dsp:nvSpPr>
        <dsp:cNvPr id="0" name=""/>
        <dsp:cNvSpPr/>
      </dsp:nvSpPr>
      <dsp:spPr>
        <a:xfrm>
          <a:off x="0" y="1887537"/>
          <a:ext cx="8348663" cy="0"/>
        </a:xfrm>
        <a:prstGeom prst="line">
          <a:avLst/>
        </a:prstGeom>
        <a:solidFill>
          <a:schemeClr val="accent2">
            <a:alpha val="90000"/>
            <a:tint val="40000"/>
            <a:hueOff val="0"/>
            <a:satOff val="0"/>
            <a:lumOff val="0"/>
            <a:alphaOff val="0"/>
          </a:schemeClr>
        </a:solidFill>
        <a:ln w="12700" cap="flat" cmpd="sng" algn="ctr">
          <a:solidFill>
            <a:schemeClr val="accent2">
              <a:alpha val="90000"/>
              <a:tint val="40000"/>
              <a:hueOff val="0"/>
              <a:satOff val="0"/>
              <a:lumOff val="0"/>
              <a:alphaOff val="0"/>
            </a:schemeClr>
          </a:solidFill>
          <a:prstDash val="solid"/>
          <a:miter lim="800000"/>
          <a:tailEnd type="triangle" w="lg" len="lg"/>
        </a:ln>
        <a:effectLst/>
      </dsp:spPr>
      <dsp:style>
        <a:lnRef idx="2">
          <a:scrgbClr r="0" g="0" b="0"/>
        </a:lnRef>
        <a:fillRef idx="1">
          <a:scrgbClr r="0" g="0" b="0"/>
        </a:fillRef>
        <a:effectRef idx="0">
          <a:scrgbClr r="0" g="0" b="0"/>
        </a:effectRef>
        <a:fontRef idx="minor"/>
      </dsp:style>
    </dsp:sp>
    <dsp:sp modelId="{FE5C7F33-9326-49FB-89A3-8A20163AD994}">
      <dsp:nvSpPr>
        <dsp:cNvPr id="0" name=""/>
        <dsp:cNvSpPr/>
      </dsp:nvSpPr>
      <dsp:spPr>
        <a:xfrm>
          <a:off x="232523" y="2027215"/>
          <a:ext cx="3400775" cy="42658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1">
          <a:noAutofit/>
        </a:bodyPr>
        <a:lstStyle/>
        <a:p>
          <a:pPr marL="0" lvl="0" indent="0" algn="ctr" defTabSz="889000">
            <a:lnSpc>
              <a:spcPct val="90000"/>
            </a:lnSpc>
            <a:spcBef>
              <a:spcPct val="0"/>
            </a:spcBef>
            <a:spcAft>
              <a:spcPct val="35000"/>
            </a:spcAft>
            <a:buNone/>
            <a:defRPr b="1"/>
          </a:pPr>
          <a:r>
            <a:rPr lang="en-US" sz="2000" kern="1200" dirty="0">
              <a:solidFill>
                <a:schemeClr val="accent2">
                  <a:lumMod val="60000"/>
                  <a:lumOff val="40000"/>
                </a:schemeClr>
              </a:solidFill>
              <a:latin typeface="+mn-lt"/>
            </a:rPr>
            <a:t>Type 1</a:t>
          </a:r>
        </a:p>
      </dsp:txBody>
      <dsp:txXfrm>
        <a:off x="232523" y="2027215"/>
        <a:ext cx="3400775" cy="426583"/>
      </dsp:txXfrm>
    </dsp:sp>
    <dsp:sp modelId="{BA29120C-7C6B-4F62-9079-4AD528BC0744}">
      <dsp:nvSpPr>
        <dsp:cNvPr id="0" name=""/>
        <dsp:cNvSpPr/>
      </dsp:nvSpPr>
      <dsp:spPr>
        <a:xfrm>
          <a:off x="652" y="526622"/>
          <a:ext cx="3864517" cy="643650"/>
        </a:xfrm>
        <a:prstGeom prst="roundRect">
          <a:avLst/>
        </a:prstGeom>
        <a:solidFill>
          <a:schemeClr val="lt1">
            <a:alpha val="90000"/>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60020" tIns="160020" rIns="160020" bIns="160020" numCol="1" spcCol="1270" anchor="ctr" anchorCtr="0">
          <a:noAutofit/>
        </a:bodyPr>
        <a:lstStyle/>
        <a:p>
          <a:pPr marL="0" lvl="0" indent="0" algn="ctr" defTabSz="800100">
            <a:lnSpc>
              <a:spcPct val="90000"/>
            </a:lnSpc>
            <a:spcBef>
              <a:spcPct val="0"/>
            </a:spcBef>
            <a:spcAft>
              <a:spcPct val="35000"/>
            </a:spcAft>
            <a:buNone/>
          </a:pPr>
          <a:r>
            <a:rPr lang="en-US" sz="1800" b="1" kern="1200" dirty="0">
              <a:latin typeface="+mn-lt"/>
            </a:rPr>
            <a:t>MPN ID</a:t>
          </a:r>
        </a:p>
      </dsp:txBody>
      <dsp:txXfrm>
        <a:off x="32072" y="558042"/>
        <a:ext cx="3801677" cy="580810"/>
      </dsp:txXfrm>
    </dsp:sp>
    <dsp:sp modelId="{A95DB80B-444A-4D69-B205-3A801BB8524A}">
      <dsp:nvSpPr>
        <dsp:cNvPr id="0" name=""/>
        <dsp:cNvSpPr/>
      </dsp:nvSpPr>
      <dsp:spPr>
        <a:xfrm>
          <a:off x="1932911" y="1170273"/>
          <a:ext cx="0" cy="717264"/>
        </a:xfrm>
        <a:prstGeom prst="line">
          <a:avLst/>
        </a:prstGeom>
        <a:noFill/>
        <a:ln w="6350" cap="flat" cmpd="sng" algn="ctr">
          <a:solidFill>
            <a:schemeClr val="accent2">
              <a:hueOff val="0"/>
              <a:satOff val="0"/>
              <a:lumOff val="0"/>
              <a:alphaOff val="0"/>
            </a:schemeClr>
          </a:solidFill>
          <a:prstDash val="dash"/>
          <a:miter lim="800000"/>
        </a:ln>
        <a:effectLst/>
      </dsp:spPr>
      <dsp:style>
        <a:lnRef idx="1">
          <a:scrgbClr r="0" g="0" b="0"/>
        </a:lnRef>
        <a:fillRef idx="0">
          <a:scrgbClr r="0" g="0" b="0"/>
        </a:fillRef>
        <a:effectRef idx="0">
          <a:scrgbClr r="0" g="0" b="0"/>
        </a:effectRef>
        <a:fontRef idx="minor"/>
      </dsp:style>
    </dsp:sp>
    <dsp:sp modelId="{60D0713D-AF69-4AF8-B071-F65622790886}">
      <dsp:nvSpPr>
        <dsp:cNvPr id="0" name=""/>
        <dsp:cNvSpPr/>
      </dsp:nvSpPr>
      <dsp:spPr>
        <a:xfrm>
          <a:off x="2473943" y="1321276"/>
          <a:ext cx="3400775" cy="42658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b" anchorCtr="1">
          <a:noAutofit/>
        </a:bodyPr>
        <a:lstStyle/>
        <a:p>
          <a:pPr marL="0" lvl="0" indent="0" algn="ctr" defTabSz="889000">
            <a:lnSpc>
              <a:spcPct val="90000"/>
            </a:lnSpc>
            <a:spcBef>
              <a:spcPct val="0"/>
            </a:spcBef>
            <a:spcAft>
              <a:spcPct val="35000"/>
            </a:spcAft>
            <a:buNone/>
            <a:defRPr b="1"/>
          </a:pPr>
          <a:r>
            <a:rPr lang="en-US" sz="2000" kern="1200" dirty="0">
              <a:solidFill>
                <a:schemeClr val="accent2">
                  <a:lumMod val="60000"/>
                  <a:lumOff val="40000"/>
                </a:schemeClr>
              </a:solidFill>
              <a:latin typeface="+mn-lt"/>
            </a:rPr>
            <a:t>Type 2</a:t>
          </a:r>
        </a:p>
      </dsp:txBody>
      <dsp:txXfrm>
        <a:off x="2473943" y="1321276"/>
        <a:ext cx="3400775" cy="426583"/>
      </dsp:txXfrm>
    </dsp:sp>
    <dsp:sp modelId="{FA19A0AA-8B0B-4AA8-A80D-08CFFDD3F112}">
      <dsp:nvSpPr>
        <dsp:cNvPr id="0" name=""/>
        <dsp:cNvSpPr/>
      </dsp:nvSpPr>
      <dsp:spPr>
        <a:xfrm>
          <a:off x="1904598" y="1859224"/>
          <a:ext cx="56626" cy="56626"/>
        </a:xfrm>
        <a:prstGeom prst="ellips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ADAA0C9-3E42-4088-8622-30E9F6EA139A}">
      <dsp:nvSpPr>
        <dsp:cNvPr id="0" name=""/>
        <dsp:cNvSpPr/>
      </dsp:nvSpPr>
      <dsp:spPr>
        <a:xfrm>
          <a:off x="2242072" y="2604801"/>
          <a:ext cx="3864517" cy="643650"/>
        </a:xfrm>
        <a:prstGeom prst="roundRect">
          <a:avLst/>
        </a:prstGeom>
        <a:solidFill>
          <a:schemeClr val="lt1">
            <a:alpha val="90000"/>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60020" tIns="160020" rIns="160020" bIns="160020" numCol="1" spcCol="1270" anchor="ctr" anchorCtr="0">
          <a:noAutofit/>
        </a:bodyPr>
        <a:lstStyle/>
        <a:p>
          <a:pPr marL="0" lvl="0" indent="0" algn="ctr" defTabSz="800100">
            <a:lnSpc>
              <a:spcPct val="90000"/>
            </a:lnSpc>
            <a:spcBef>
              <a:spcPct val="0"/>
            </a:spcBef>
            <a:spcAft>
              <a:spcPct val="35000"/>
            </a:spcAft>
            <a:buNone/>
          </a:pPr>
          <a:r>
            <a:rPr lang="en-US" sz="1800" b="1" i="0" kern="1200" dirty="0"/>
            <a:t>PartnerSource Business Center </a:t>
          </a:r>
          <a:endParaRPr lang="en-US" sz="1800" b="0" kern="1200" dirty="0">
            <a:latin typeface="+mn-lt"/>
          </a:endParaRPr>
        </a:p>
      </dsp:txBody>
      <dsp:txXfrm>
        <a:off x="2273492" y="2636221"/>
        <a:ext cx="3801677" cy="580810"/>
      </dsp:txXfrm>
    </dsp:sp>
    <dsp:sp modelId="{DBD74D6B-057A-432C-9067-BF618C19EB2A}">
      <dsp:nvSpPr>
        <dsp:cNvPr id="0" name=""/>
        <dsp:cNvSpPr/>
      </dsp:nvSpPr>
      <dsp:spPr>
        <a:xfrm>
          <a:off x="4174331" y="1887537"/>
          <a:ext cx="0" cy="717264"/>
        </a:xfrm>
        <a:prstGeom prst="line">
          <a:avLst/>
        </a:prstGeom>
        <a:noFill/>
        <a:ln w="6350" cap="flat" cmpd="sng" algn="ctr">
          <a:solidFill>
            <a:schemeClr val="accent2">
              <a:hueOff val="0"/>
              <a:satOff val="0"/>
              <a:lumOff val="0"/>
              <a:alphaOff val="0"/>
            </a:schemeClr>
          </a:solidFill>
          <a:prstDash val="dash"/>
          <a:miter lim="800000"/>
        </a:ln>
        <a:effectLst/>
      </dsp:spPr>
      <dsp:style>
        <a:lnRef idx="1">
          <a:scrgbClr r="0" g="0" b="0"/>
        </a:lnRef>
        <a:fillRef idx="0">
          <a:scrgbClr r="0" g="0" b="0"/>
        </a:fillRef>
        <a:effectRef idx="0">
          <a:scrgbClr r="0" g="0" b="0"/>
        </a:effectRef>
        <a:fontRef idx="minor"/>
      </dsp:style>
    </dsp:sp>
    <dsp:sp modelId="{E712D073-0B15-4887-9DCE-A27BCACBC178}">
      <dsp:nvSpPr>
        <dsp:cNvPr id="0" name=""/>
        <dsp:cNvSpPr/>
      </dsp:nvSpPr>
      <dsp:spPr>
        <a:xfrm>
          <a:off x="4715363" y="2027215"/>
          <a:ext cx="3400775" cy="42658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1">
          <a:noAutofit/>
        </a:bodyPr>
        <a:lstStyle/>
        <a:p>
          <a:pPr marL="0" lvl="0" indent="0" algn="ctr" defTabSz="889000">
            <a:lnSpc>
              <a:spcPct val="90000"/>
            </a:lnSpc>
            <a:spcBef>
              <a:spcPct val="0"/>
            </a:spcBef>
            <a:spcAft>
              <a:spcPct val="35000"/>
            </a:spcAft>
            <a:buNone/>
            <a:defRPr b="1"/>
          </a:pPr>
          <a:r>
            <a:rPr lang="en-US" sz="2000" kern="1200" dirty="0">
              <a:solidFill>
                <a:schemeClr val="accent2">
                  <a:lumMod val="60000"/>
                  <a:lumOff val="40000"/>
                </a:schemeClr>
              </a:solidFill>
              <a:latin typeface="+mn-lt"/>
            </a:rPr>
            <a:t>Type 3</a:t>
          </a:r>
        </a:p>
      </dsp:txBody>
      <dsp:txXfrm>
        <a:off x="4715363" y="2027215"/>
        <a:ext cx="3400775" cy="426583"/>
      </dsp:txXfrm>
    </dsp:sp>
    <dsp:sp modelId="{0F979253-FD39-4920-BFCA-78C564B167EA}">
      <dsp:nvSpPr>
        <dsp:cNvPr id="0" name=""/>
        <dsp:cNvSpPr/>
      </dsp:nvSpPr>
      <dsp:spPr>
        <a:xfrm>
          <a:off x="4146018" y="1859224"/>
          <a:ext cx="56626" cy="56626"/>
        </a:xfrm>
        <a:prstGeom prst="ellips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0D48281-565D-47A3-9B6C-576231178549}">
      <dsp:nvSpPr>
        <dsp:cNvPr id="0" name=""/>
        <dsp:cNvSpPr/>
      </dsp:nvSpPr>
      <dsp:spPr>
        <a:xfrm>
          <a:off x="4483492" y="526622"/>
          <a:ext cx="3864517" cy="643650"/>
        </a:xfrm>
        <a:prstGeom prst="roundRect">
          <a:avLst/>
        </a:prstGeom>
        <a:solidFill>
          <a:schemeClr val="lt1">
            <a:alpha val="90000"/>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60020" tIns="160020" rIns="160020" bIns="160020" numCol="1" spcCol="1270" anchor="ctr" anchorCtr="0">
          <a:noAutofit/>
        </a:bodyPr>
        <a:lstStyle/>
        <a:p>
          <a:pPr marL="0" lvl="0" indent="0" algn="ctr" defTabSz="800100">
            <a:lnSpc>
              <a:spcPct val="90000"/>
            </a:lnSpc>
            <a:spcBef>
              <a:spcPct val="0"/>
            </a:spcBef>
            <a:spcAft>
              <a:spcPct val="35000"/>
            </a:spcAft>
            <a:buNone/>
          </a:pPr>
          <a:r>
            <a:rPr lang="en-US" sz="1800" kern="1200" dirty="0">
              <a:latin typeface="+mn-lt"/>
            </a:rPr>
            <a:t> </a:t>
          </a:r>
          <a:r>
            <a:rPr lang="en-US" sz="1800" b="1" i="0" kern="1200" dirty="0"/>
            <a:t>Developer account</a:t>
          </a:r>
          <a:endParaRPr lang="en-US" sz="1800" kern="1200" dirty="0">
            <a:latin typeface="+mn-lt"/>
          </a:endParaRPr>
        </a:p>
      </dsp:txBody>
      <dsp:txXfrm>
        <a:off x="4514912" y="558042"/>
        <a:ext cx="3801677" cy="580810"/>
      </dsp:txXfrm>
    </dsp:sp>
    <dsp:sp modelId="{DCAE8A46-752C-4E82-84CE-E790E1F2918E}">
      <dsp:nvSpPr>
        <dsp:cNvPr id="0" name=""/>
        <dsp:cNvSpPr/>
      </dsp:nvSpPr>
      <dsp:spPr>
        <a:xfrm>
          <a:off x="6415751" y="1170273"/>
          <a:ext cx="0" cy="717264"/>
        </a:xfrm>
        <a:prstGeom prst="line">
          <a:avLst/>
        </a:prstGeom>
        <a:noFill/>
        <a:ln w="6350" cap="flat" cmpd="sng" algn="ctr">
          <a:solidFill>
            <a:schemeClr val="accent2">
              <a:hueOff val="0"/>
              <a:satOff val="0"/>
              <a:lumOff val="0"/>
              <a:alphaOff val="0"/>
            </a:schemeClr>
          </a:solidFill>
          <a:prstDash val="dash"/>
          <a:miter lim="800000"/>
        </a:ln>
        <a:effectLst/>
      </dsp:spPr>
      <dsp:style>
        <a:lnRef idx="1">
          <a:scrgbClr r="0" g="0" b="0"/>
        </a:lnRef>
        <a:fillRef idx="0">
          <a:scrgbClr r="0" g="0" b="0"/>
        </a:fillRef>
        <a:effectRef idx="0">
          <a:scrgbClr r="0" g="0" b="0"/>
        </a:effectRef>
        <a:fontRef idx="minor"/>
      </dsp:style>
    </dsp:sp>
    <dsp:sp modelId="{B6459BF8-D2C3-4018-9C28-98667DC203F4}">
      <dsp:nvSpPr>
        <dsp:cNvPr id="0" name=""/>
        <dsp:cNvSpPr/>
      </dsp:nvSpPr>
      <dsp:spPr>
        <a:xfrm>
          <a:off x="6387438" y="1859224"/>
          <a:ext cx="56626" cy="56626"/>
        </a:xfrm>
        <a:prstGeom prst="ellips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Tree>
</dsp:drawing>
</file>

<file path=ppt/diagrams/layout1.xml><?xml version="1.0" encoding="utf-8"?>
<dgm:layoutDef xmlns:dgm="http://schemas.openxmlformats.org/drawingml/2006/diagram" xmlns:a="http://schemas.openxmlformats.org/drawingml/2006/main" uniqueId="urn:microsoft.com/office/officeart/2016/7/layout/BasicTimeline">
  <dgm:title val="Basic Timeline"/>
  <dgm:desc val="Use to show a list of events in chronological order. The rounded rectangular shape contains the description while the date is shown below on the time line. It's the perfect SmartArt for displaying large amount of text with a medium date format."/>
  <dgm:catLst>
    <dgm:cat type="timeline" pri="500"/>
    <dgm:cat type="process" pri="600"/>
  </dgm:catLst>
  <dgm:samp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40" srcId="0" destId="10" srcOrd="0" destOrd="0"/>
        <dgm:cxn modelId="12" srcId="10" destId="11" srcOrd="0" destOrd="0"/>
        <dgm:cxn modelId="50" srcId="0" destId="20" srcOrd="1" destOrd="0"/>
        <dgm:cxn modelId="22" srcId="20" destId="21" srcOrd="0" destOrd="0"/>
        <dgm:cxn modelId="60" srcId="0" destId="30" srcOrd="1" destOrd="0"/>
        <dgm:cxn modelId="32" srcId="30" destId="31" srcOrd="0"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root">
    <dgm:varLst>
      <dgm:chMax/>
      <dgm:chPref/>
      <dgm:animLvl val="lvl"/>
    </dgm:varLst>
    <dgm:alg type="composite"/>
    <dgm:shape xmlns:r="http://schemas.openxmlformats.org/officeDocument/2006/relationships" r:blip="">
      <dgm:adjLst/>
    </dgm:shape>
    <dgm:constrLst>
      <dgm:constr type="w" for="ch" forName="divider" refType="w"/>
      <dgm:constr type="h" for="ch" forName="divider"/>
      <dgm:constr type="ctrY" for="ch" forName="divider" refType="h" fact="0.5"/>
      <dgm:constr type="l" for="ch" forName="divider"/>
      <dgm:constr type="w" for="ch" forName="nodes" refType="w"/>
      <dgm:constr type="h" for="ch" forName="nodes" refType="h"/>
    </dgm:constrLst>
    <dgm:layoutNode name="divider" styleLbl="fgAccFollowNode1">
      <dgm:alg type="sp"/>
      <dgm:choose name="ArrowShape">
        <dgm:if name="ArrowShapeLTR" func="var" arg="dir" op="equ" val="norm">
          <dgm:shape xmlns:r="http://schemas.openxmlformats.org/officeDocument/2006/relationships" type="line" r:blip="" zOrderOff="-1">
            <dgm:adjLst/>
            <dgm:extLst>
              <a:ext uri="{B698B0E9-8C71-41B9-8309-B3DCBF30829C}">
                <dgm1612:spPr xmlns:dgm1612="http://schemas.microsoft.com/office/drawing/2016/12/diagram">
                  <a:ln>
                    <a:tailEnd type="triangle" w="lg" len="lg"/>
                  </a:ln>
                </dgm1612:spPr>
              </a:ext>
            </dgm:extLst>
          </dgm:shape>
        </dgm:if>
        <dgm:else name="ArrowShapeRTL">
          <dgm:shape xmlns:r="http://schemas.openxmlformats.org/officeDocument/2006/relationships" type="line" r:blip="" zOrderOff="-1">
            <dgm:adjLst/>
            <dgm:extLst>
              <a:ext uri="{B698B0E9-8C71-41B9-8309-B3DCBF30829C}">
                <dgm1612:spPr xmlns:dgm1612="http://schemas.microsoft.com/office/drawing/2016/12/diagram">
                  <a:ln>
                    <a:headEnd type="triangle" w="lg" len="lg"/>
                  </a:ln>
                </dgm1612:spPr>
              </a:ext>
            </dgm:extLst>
          </dgm:shape>
        </dgm:else>
      </dgm:choose>
      <dgm:presOf/>
      <dgm:constrLst/>
      <dgm:ruleLst/>
    </dgm:layoutNode>
    <dgm:layoutNode name="nodes">
      <dgm:varLst>
        <dgm:chMax/>
        <dgm:chPref/>
        <dgm:animLvl val="lvl"/>
      </dgm:varLst>
      <dgm:choose name="Name1">
        <dgm:if name="Name2" func="var" arg="dir" op="equ" val="norm">
          <dgm:alg type="lin"/>
        </dgm:if>
        <dgm:else name="Name3">
          <dgm:alg type="lin">
            <dgm:param type="linDir" val="fromR"/>
          </dgm:alg>
        </dgm:else>
      </dgm:choose>
      <dgm:presOf/>
      <dgm:shape xmlns:r="http://schemas.openxmlformats.org/officeDocument/2006/relationships" r:blip="">
        <dgm:adjLst/>
      </dgm:shape>
      <dgm:choose name="constrBasedOnChildrenCount">
        <dgm:if name="constrForTwoChildren" axis="ch" ptType="node" func="cnt" op="lte" val="2">
          <dgm:constrLst>
            <dgm:constr type="primFontSz" for="des" forName="L1TextContainer" val="20"/>
            <dgm:constr type="primFontSz" for="des" forName="L2TextContainer" refType="primFontSz" refFor="des" refForName="L1TextContainer" op="equ" fact="0.85"/>
            <dgm:constr type="w" for="ch" forName="composite" refType="w"/>
            <dgm:constr type="h" for="ch" forName="composite" refType="h"/>
            <dgm:constr type="w" for="ch" forName="spaceBetweenRectangles" refType="w" refFor="ch" refForName="composite" fact="0.16"/>
            <dgm:constr type="w" for="ch" ptType="sibTrans" op="equ"/>
            <dgm:constr type="primFontSz" for="des" forName="L1TextContainer" op="equ"/>
            <dgm:constr type="primFontSz" for="des" forName="L2TextContainer" op="equ"/>
          </dgm:constrLst>
        </dgm:if>
        <dgm:else name="constrForRest">
          <dgm:constrLst>
            <dgm:constr type="primFontSz" for="des" forName="L1TextContainer" val="20"/>
            <dgm:constr type="primFontSz" for="des" forName="L2TextContainer" refType="primFontSz" refFor="des" refForName="L1TextContainer" op="equ" fact="0.85"/>
            <dgm:constr type="w" for="ch" forName="composite" refType="w"/>
            <dgm:constr type="h" for="ch" forName="composite" refType="h"/>
            <dgm:constr type="w" for="ch" forName="spaceBetweenRectangles" refType="w" refFor="ch" refForName="composite" fact="-0.42"/>
            <dgm:constr type="w" for="ch" ptType="sibTrans" op="equ"/>
            <dgm:constr type="primFontSz" for="des" forName="L1TextContainer" op="equ"/>
            <dgm:constr type="primFontSz" for="des" forName="L2TextContainer" op="equ"/>
          </dgm:constrLst>
        </dgm:else>
      </dgm:choose>
      <dgm:forEach name="nodesForEach" axis="ch" ptType="node">
        <dgm:layoutNode name="composite">
          <dgm:alg type="composite"/>
          <dgm:shape xmlns:r="http://schemas.openxmlformats.org/officeDocument/2006/relationships" r:blip="">
            <dgm:adjLst/>
          </dgm:shape>
          <dgm:choose name="CaseForPlacingNodesAboveAndBelowDivider">
            <dgm:if name="CaseForPlacingNodeAboveDivider" axis="self" ptType="node" func="posOdd" op="equ" val="1">
              <dgm:constrLst>
                <dgm:constr type="w" for="ch" forName="L1TextContainer" refType="w" fact="0.88"/>
                <dgm:constr type="l" for="ch" forName="L1TextContainer" refType="w" fact="0.06"/>
                <dgm:constr type="t" for="ch" forName="L1TextContainer" refType="h" fact="0.537"/>
                <dgm:constr type="h" for="ch" forName="L1TextContainer" refType="h" fact="0.113"/>
                <dgm:constr type="w" for="ch" forName="L2TextContainerWrapper" refType="w"/>
                <dgm:constr type="h" for="ch" forName="L2TextContainerWrapper" refType="h" fact="0.31"/>
                <dgm:constr type="b" for="ch" forName="L2TextContainerWrapper" refType="h" fact="0.31"/>
                <dgm:constr type="w" for="ch" forName="ConnectLine"/>
                <dgm:constr type="l" for="ch" forName="ConnectLine" refType="w" fact="0.5"/>
                <dgm:constr type="h" for="ch" forName="ConnectLine" refType="h" fact="0.19"/>
                <dgm:constr type="t" for="ch" forName="ConnectLine" refType="h" fact="0.31"/>
                <dgm:constr type="w" for="ch" forName="ConnectorPoint" refType="h" fact="0.015"/>
                <dgm:constr type="h" for="ch" forName="ConnectorPoint" refType="h" fact="0.015"/>
                <dgm:constr type="ctrX" for="ch" forName="ConnectorPoint" refType="w" fact="0.5"/>
                <dgm:constr type="ctrY" for="ch" forName="ConnectorPoint" refType="h" fact="0.5"/>
                <dgm:constr type="w" for="ch" forName="EmptyPlaceHolder" refType="w"/>
                <dgm:constr type="t" for="ch" forName="EmptyPlaceHolder" refType="h" fact="0.65"/>
                <dgm:constr type="h" for="ch" forName="EmptyPlaceHolder" refType="h" fact="0.35"/>
              </dgm:constrLst>
            </dgm:if>
            <dgm:else name="CaseForPlacingNodeBelowDivider">
              <dgm:constrLst>
                <dgm:constr type="w" for="ch" forName="L1TextContainer" refType="w" fact="0.88"/>
                <dgm:constr type="l" for="ch" forName="L1TextContainer" refType="w" fact="0.06"/>
                <dgm:constr type="t" for="ch" forName="L1TextContainer" refType="h" fact="0.35"/>
                <dgm:constr type="h" for="ch" forName="L1TextContainer" refType="h" fact="0.113"/>
                <dgm:constr type="w" for="ch" forName="L2TextContainerWrapper" refType="w"/>
                <dgm:constr type="h" for="ch" forName="L2TextContainerWrapper" refType="h" fact="0.31"/>
                <dgm:constr type="t" for="ch" forName="L2TextContainerWrapper" refType="h" fact="0.69"/>
                <dgm:constr type="w" for="ch" forName="ConnectLine"/>
                <dgm:constr type="l" for="ch" forName="ConnectLine" refType="w" fact="0.5"/>
                <dgm:constr type="h" for="ch" forName="ConnectLine" refType="h" fact="0.19"/>
                <dgm:constr type="t" for="ch" forName="ConnectLine" refType="h" fact="0.5"/>
                <dgm:constr type="w" for="ch" forName="ConnectorPoint" refType="h" fact="0.015"/>
                <dgm:constr type="h" for="ch" forName="ConnectorPoint" refType="h" fact="0.015"/>
                <dgm:constr type="ctrX" for="ch" forName="ConnectorPoint" refType="w" fact="0.5"/>
                <dgm:constr type="ctrY" for="ch" forName="ConnectorPoint" refType="h" fact="0.5"/>
                <dgm:constr type="w" for="ch" forName="EmptyPlaceHolder" refType="w"/>
                <dgm:constr type="h" for="ch" forName="EmptyPlaceHolder" refType="h" fact="0.35"/>
                <dgm:constr type="t" for="ch" forName="EmptyPlaceHolder" refType="h" fact="0"/>
              </dgm:constrLst>
            </dgm:else>
          </dgm:choose>
          <dgm:layoutNode name="L1TextContainer" styleLbl="revTx">
            <dgm:varLst>
              <dgm:chMax val="1"/>
              <dgm:chPref val="1"/>
              <dgm:bulletEnabled val="1"/>
            </dgm:varLst>
            <dgm:choose name="casesForTxtDirLogic">
              <dgm:if name="Name78" axis="self" ptType="node" func="posOdd" op="equ" val="1">
                <dgm:alg type="tx">
                  <dgm:param type="txAnchorHorz" val="ctr"/>
                  <dgm:param type="txAnchorVert" val="t"/>
                  <dgm:param type="parTxLTRAlign" val="ctr"/>
                  <dgm:param type="parTxRTLAlign" val="ctr"/>
                </dgm:alg>
              </dgm:if>
              <dgm:else name="Name89">
                <dgm:alg type="tx">
                  <dgm:param type="txAnchorHorz" val="ctr"/>
                  <dgm:param type="txAnchorVert" val="b"/>
                  <dgm:param type="parTxLTRAlign" val="ctr"/>
                  <dgm:param type="parTxRTLAlign" val="ctr"/>
                </dgm:alg>
              </dgm:else>
            </dgm:choose>
            <dgm:shape xmlns:r="http://schemas.openxmlformats.org/officeDocument/2006/relationships" type="rect" r:blip="">
              <dgm:adjLst/>
            </dgm:shape>
            <dgm:presOf axis="self"/>
            <dgm:constrLst>
              <dgm:constr type="lMarg"/>
              <dgm:constr type="rMarg"/>
              <dgm:constr type="tMarg"/>
              <dgm:constr type="bMarg"/>
            </dgm:constrLst>
            <dgm:ruleLst>
              <dgm:rule type="primFontSz" val="14" fact="NaN" max="NaN"/>
            </dgm:ruleLst>
          </dgm:layoutNode>
          <dgm:layoutNode name="L2TextContainerWrapper">
            <dgm:varLst>
              <dgm:chMax val="0"/>
              <dgm:chPref val="0"/>
              <dgm:bulletEnabled val="1"/>
            </dgm:varLst>
            <dgm:alg type="composite"/>
            <dgm:choose name="L2TextContainerConstr">
              <dgm:if name="CaseForPlacingL2TextContaineAboveDivider" axis="self" ptType="node" func="posOdd" op="equ" val="1">
                <dgm:constrLst>
                  <dgm:constr type="h" for="ch" forName="L2TextContainer" refType="h" fact="0.55"/>
                  <dgm:constr type="b" for="ch" forName="L2TextContainer" refType="h"/>
                  <dgm:constr type="h" for="ch" forName="FlexibleEmptyPlaceHolder" refType="h" fact="0.45"/>
                </dgm:constrLst>
              </dgm:if>
              <dgm:else name="CaseForPlacingL2TextContaineBelowDivider">
                <dgm:constrLst>
                  <dgm:constr type="h" for="ch" forName="L2TextContainer" refType="h" fact="0.55"/>
                  <dgm:constr type="h" for="ch" forName="FlexibleEmptyPlaceHolder" refType="h" fact="0.45"/>
                  <dgm:constr type="b" for="ch" forName="FlexibleEmptyPlaceHolder" refType="h"/>
                </dgm:constrLst>
              </dgm:else>
            </dgm:choose>
            <dgm:layoutNode name="L2TextContainer" styleLbl="bgAcc1">
              <dgm:choose name="L2TextContainerAlgo">
                <dgm:if name="L2TextContainerAlgoLTR" func="var" arg="dir" op="equ" val="norm">
                  <dgm:alg type="tx">
                    <dgm:param type="txAnchorVert" val="mid"/>
                    <dgm:param type="parTxRTLAlign" val="l"/>
                    <dgm:param type="parTxLTRAlign" val="l"/>
                    <dgm:param type="txAnchorVertCh" val="mid"/>
                    <dgm:param type="shpTxRTLAlignCh" val="l"/>
                    <dgm:param type="shpTxLTRAlignCh" val="l"/>
                  </dgm:alg>
                </dgm:if>
                <dgm:else name="L2TextContainerAlgoRTL">
                  <dgm:alg type="tx">
                    <dgm:param type="txAnchorVert" val="mid"/>
                    <dgm:param type="parTxRTLAlign" val="r"/>
                    <dgm:param type="parTxLTRAlign" val="r"/>
                    <dgm:param type="txAnchorVertCh" val="mid"/>
                    <dgm:param type="shpTxRTLAlignCh" val="r"/>
                    <dgm:param type="shpTxLTRAlignCh" val="r"/>
                  </dgm:alg>
                </dgm:else>
              </dgm:choose>
              <dgm:shape xmlns:r="http://schemas.openxmlformats.org/officeDocument/2006/relationships" type="roundRect" r:blip="">
                <dgm:adjLst/>
              </dgm:shape>
              <dgm:presOf axis="des" ptType="node"/>
              <dgm:constrLst>
                <dgm:constr type="primFontSz" val="17"/>
                <dgm:constr type="lMarg" refType="primFontSz" fact="0.7"/>
                <dgm:constr type="rMarg" refType="primFontSz" fact="0.7"/>
                <dgm:constr type="tMarg" refType="primFontSz" fact="0.7"/>
                <dgm:constr type="bMarg" refType="primFontSz" fact="0.7"/>
              </dgm:constrLst>
              <dgm:ruleLst>
                <dgm:rule type="primFontSz" val="12" fact="NaN" max="NaN"/>
                <dgm:rule type="secFontSz" val="10" fact="NaN" max="NaN"/>
                <dgm:rule type="h" val="INF" fact="NaN" max="NaN"/>
              </dgm:ruleLst>
            </dgm:layoutNode>
            <dgm:layoutNode name="FlexibleEmptyPlaceHolder">
              <dgm:alg type="sp"/>
              <dgm:shape xmlns:r="http://schemas.openxmlformats.org/officeDocument/2006/relationships" r:blip="">
                <dgm:adjLst/>
              </dgm:shape>
              <dgm:presOf/>
              <dgm:constrLst/>
            </dgm:layoutNode>
          </dgm:layoutNode>
          <dgm:layoutNode name="ConnectLine" styleLbl="sibTrans1D1" moveWith="L2TextContainer">
            <dgm:alg type="sp"/>
            <dgm:shape xmlns:r="http://schemas.openxmlformats.org/officeDocument/2006/relationships" type="line" r:blip="">
              <dgm:adjLst/>
              <dgm:extLst>
                <a:ext uri="{B698B0E9-8C71-41B9-8309-B3DCBF30829C}">
                  <dgm1612:spPr xmlns:dgm1612="http://schemas.microsoft.com/office/drawing/2016/12/diagram">
                    <a:ln>
                      <a:prstDash val="dash"/>
                    </a:ln>
                  </dgm1612:spPr>
                </a:ext>
              </dgm:extLst>
            </dgm:shape>
            <dgm:presOf/>
            <dgm:constrLst/>
          </dgm:layoutNode>
          <dgm:layoutNode name="ConnectorPoint" styleLbl="alignNode1" moveWith="L2TextContainer">
            <dgm:alg type="sp"/>
            <dgm:shape xmlns:r="http://schemas.openxmlformats.org/officeDocument/2006/relationships" type="ellipse" r:blip="" zOrderOff="1">
              <dgm:adjLst/>
            </dgm:shape>
            <dgm:presOf/>
            <dgm:constrLst/>
          </dgm:layoutNode>
          <dgm:layoutNode name="EmptyPlaceHolder">
            <dgm:alg type="sp"/>
            <dgm:shape xmlns:r="http://schemas.openxmlformats.org/officeDocument/2006/relationships" r:blip="">
              <dgm:adjLst/>
            </dgm:shape>
            <dgm:presOf/>
            <dgm:constrLst/>
          </dgm:layoutNode>
        </dgm:layoutNode>
        <dgm:forEach name="Name28"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Node>
  <dgm:extLst>
    <a:ext uri="{68A01E43-0DF5-4B5B-8FA6-DAF915123BFB}">
      <dgm1612:lstStyle xmlns:dgm1612="http://schemas.microsoft.com/office/drawing/2016/12/diagram">
        <a:lvl1pPr>
          <a:defRPr b="1"/>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C27E3961-5613-64C6-63C3-6085D0CDAE5B}"/>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506D1F08-FF42-95F6-3130-AE63E5604876}"/>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8CD26A2A-0A96-0647-84E5-C82F2EFD9474}" type="datetimeFigureOut">
              <a:rPr lang="en-US" smtClean="0"/>
              <a:t>7/1/2026</a:t>
            </a:fld>
            <a:endParaRPr lang="en-US" dirty="0"/>
          </a:p>
        </p:txBody>
      </p:sp>
      <p:sp>
        <p:nvSpPr>
          <p:cNvPr id="4" name="Footer Placeholder 3">
            <a:extLst>
              <a:ext uri="{FF2B5EF4-FFF2-40B4-BE49-F238E27FC236}">
                <a16:creationId xmlns:a16="http://schemas.microsoft.com/office/drawing/2014/main" id="{4CD5B35B-A046-EC3C-A80E-3D9D12C14980}"/>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7202DDE3-703C-8B4C-9506-EC0A39AACDD5}"/>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BB8DC1D1-B6C2-C644-8BF1-C34DBFFE1C78}" type="slidenum">
              <a:rPr lang="en-US" smtClean="0"/>
              <a:t>‹#›</a:t>
            </a:fld>
            <a:endParaRPr lang="en-US" dirty="0"/>
          </a:p>
        </p:txBody>
      </p:sp>
    </p:spTree>
    <p:extLst>
      <p:ext uri="{BB962C8B-B14F-4D97-AF65-F5344CB8AC3E}">
        <p14:creationId xmlns:p14="http://schemas.microsoft.com/office/powerpoint/2010/main" val="93347936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 name="Header Placeholder 7">
            <a:extLst>
              <a:ext uri="{FF2B5EF4-FFF2-40B4-BE49-F238E27FC236}">
                <a16:creationId xmlns:a16="http://schemas.microsoft.com/office/drawing/2014/main" id="{0D2594CA-29C5-062F-2EA7-C593B096C62C}"/>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9" name="Slide Image Placeholder 8">
            <a:extLst>
              <a:ext uri="{FF2B5EF4-FFF2-40B4-BE49-F238E27FC236}">
                <a16:creationId xmlns:a16="http://schemas.microsoft.com/office/drawing/2014/main" id="{E04BB896-BA64-B358-A066-15B96D23BC88}"/>
              </a:ext>
            </a:extLst>
          </p:cNvPr>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10" name="Footer Placeholder 9">
            <a:extLst>
              <a:ext uri="{FF2B5EF4-FFF2-40B4-BE49-F238E27FC236}">
                <a16:creationId xmlns:a16="http://schemas.microsoft.com/office/drawing/2014/main" id="{5EFA2818-7747-F326-294F-EEAC9BEF6EBD}"/>
              </a:ext>
            </a:extLst>
          </p:cNvPr>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11" name="Date Placeholder 10">
            <a:extLst>
              <a:ext uri="{FF2B5EF4-FFF2-40B4-BE49-F238E27FC236}">
                <a16:creationId xmlns:a16="http://schemas.microsoft.com/office/drawing/2014/main" id="{6B76E0F0-B7F9-756A-3EA4-2114B75370E5}"/>
              </a:ext>
            </a:extLst>
          </p:cNvPr>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B0CF20C-6BCC-41A4-8C16-5A346425718D}" type="datetimeFigureOut">
              <a:rPr lang="en-US" smtClean="0"/>
              <a:t>7/1/2026</a:t>
            </a:fld>
            <a:endParaRPr lang="en-US" dirty="0"/>
          </a:p>
        </p:txBody>
      </p:sp>
      <p:sp>
        <p:nvSpPr>
          <p:cNvPr id="12" name="Notes Placeholder 11">
            <a:extLst>
              <a:ext uri="{FF2B5EF4-FFF2-40B4-BE49-F238E27FC236}">
                <a16:creationId xmlns:a16="http://schemas.microsoft.com/office/drawing/2014/main" id="{5161C21F-108C-0F07-CDDD-AFB8DDBF6941}"/>
              </a:ext>
            </a:extLst>
          </p:cNvPr>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Slide Number Placeholder 12">
            <a:extLst>
              <a:ext uri="{FF2B5EF4-FFF2-40B4-BE49-F238E27FC236}">
                <a16:creationId xmlns:a16="http://schemas.microsoft.com/office/drawing/2014/main" id="{A507CBA7-2A1E-725E-35DA-D1CFF08EC633}"/>
              </a:ext>
            </a:extLst>
          </p:cNvPr>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060679C-80C7-4E7D-9614-ABA41C5B2858}" type="slidenum">
              <a:rPr lang="en-US" smtClean="0"/>
              <a:t>‹#›</a:t>
            </a:fld>
            <a:endParaRPr lang="en-US" dirty="0"/>
          </a:p>
        </p:txBody>
      </p:sp>
    </p:spTree>
    <p:extLst>
      <p:ext uri="{BB962C8B-B14F-4D97-AF65-F5344CB8AC3E}">
        <p14:creationId xmlns:p14="http://schemas.microsoft.com/office/powerpoint/2010/main" val="42266515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p:spPr>
      </p:sp>
      <p:sp>
        <p:nvSpPr>
          <p:cNvPr id="3" name="Notes Placeholder 2"/>
          <p:cNvSpPr>
            <a:spLocks noGrp="1"/>
          </p:cNvSpPr>
          <p:nvPr>
            <p:ph type="body" idx="1"/>
          </p:nvPr>
        </p:nvSpPr>
        <p:spPr>
          <a:xfrm>
            <a:off x="685800" y="4400550"/>
            <a:ext cx="5486400" cy="3600450"/>
          </a:xfrm>
          <a:prstGeom prst="rect">
            <a:avLst/>
          </a:prstGeom>
        </p:spPr>
        <p:txBody>
          <a:bodyPr/>
          <a:lstStyle/>
          <a:p>
            <a:endParaRPr lang="en-US" dirty="0"/>
          </a:p>
        </p:txBody>
      </p:sp>
      <p:sp>
        <p:nvSpPr>
          <p:cNvPr id="4" name="Slide Number Placeholder 3"/>
          <p:cNvSpPr>
            <a:spLocks noGrp="1"/>
          </p:cNvSpPr>
          <p:nvPr>
            <p:ph type="sldNum" sz="quarter" idx="5"/>
          </p:nvPr>
        </p:nvSpPr>
        <p:spPr>
          <a:xfrm>
            <a:off x="3884613" y="8685213"/>
            <a:ext cx="2971800" cy="458787"/>
          </a:xfrm>
          <a:prstGeom prst="rect">
            <a:avLst/>
          </a:prstGeom>
        </p:spPr>
        <p:txBody>
          <a:bodyPr/>
          <a:lstStyle/>
          <a:p>
            <a:fld id="{017105BD-6D6F-49DB-9DE4-D4A6452D7E5F}" type="slidenum">
              <a:rPr lang="en-US" altLang="zh-CN" noProof="0" smtClean="0"/>
              <a:t>1</a:t>
            </a:fld>
            <a:endParaRPr lang="en-US" altLang="zh-CN" noProof="0" dirty="0"/>
          </a:p>
        </p:txBody>
      </p:sp>
    </p:spTree>
    <p:extLst>
      <p:ext uri="{BB962C8B-B14F-4D97-AF65-F5344CB8AC3E}">
        <p14:creationId xmlns:p14="http://schemas.microsoft.com/office/powerpoint/2010/main" val="68159324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060679C-80C7-4E7D-9614-ABA41C5B2858}" type="slidenum">
              <a:rPr lang="en-US" smtClean="0"/>
              <a:t>5</a:t>
            </a:fld>
            <a:endParaRPr lang="en-US" dirty="0"/>
          </a:p>
        </p:txBody>
      </p:sp>
    </p:spTree>
    <p:extLst>
      <p:ext uri="{BB962C8B-B14F-4D97-AF65-F5344CB8AC3E}">
        <p14:creationId xmlns:p14="http://schemas.microsoft.com/office/powerpoint/2010/main" val="189150634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p:spPr>
      </p:sp>
      <p:sp>
        <p:nvSpPr>
          <p:cNvPr id="3" name="Notes Placeholder 2"/>
          <p:cNvSpPr>
            <a:spLocks noGrp="1"/>
          </p:cNvSpPr>
          <p:nvPr>
            <p:ph type="body" idx="1"/>
          </p:nvPr>
        </p:nvSpPr>
        <p:spPr>
          <a:xfrm>
            <a:off x="685800" y="4400550"/>
            <a:ext cx="5486400" cy="3600450"/>
          </a:xfrm>
          <a:prstGeom prst="rect">
            <a:avLst/>
          </a:prstGeom>
        </p:spPr>
        <p:txBody>
          <a:bodyPr/>
          <a:lstStyle/>
          <a:p>
            <a:endParaRPr lang="en-US" dirty="0"/>
          </a:p>
        </p:txBody>
      </p:sp>
      <p:sp>
        <p:nvSpPr>
          <p:cNvPr id="4" name="Slide Number Placeholder 3"/>
          <p:cNvSpPr>
            <a:spLocks noGrp="1"/>
          </p:cNvSpPr>
          <p:nvPr>
            <p:ph type="sldNum" sz="quarter" idx="5"/>
          </p:nvPr>
        </p:nvSpPr>
        <p:spPr>
          <a:xfrm>
            <a:off x="3884613" y="8685213"/>
            <a:ext cx="2971800" cy="458787"/>
          </a:xfrm>
          <a:prstGeom prst="rect">
            <a:avLst/>
          </a:prstGeom>
        </p:spPr>
        <p:txBody>
          <a:bodyPr/>
          <a:lstStyle/>
          <a:p>
            <a:fld id="{017105BD-6D6F-49DB-9DE4-D4A6452D7E5F}" type="slidenum">
              <a:rPr lang="en-US" altLang="zh-CN" smtClean="0"/>
              <a:t>7</a:t>
            </a:fld>
            <a:endParaRPr lang="en-US" altLang="zh-CN" dirty="0"/>
          </a:p>
        </p:txBody>
      </p:sp>
    </p:spTree>
    <p:extLst>
      <p:ext uri="{BB962C8B-B14F-4D97-AF65-F5344CB8AC3E}">
        <p14:creationId xmlns:p14="http://schemas.microsoft.com/office/powerpoint/2010/main" val="288090610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p:spPr>
      </p:sp>
      <p:sp>
        <p:nvSpPr>
          <p:cNvPr id="3" name="Notes Placeholder 2"/>
          <p:cNvSpPr>
            <a:spLocks noGrp="1"/>
          </p:cNvSpPr>
          <p:nvPr>
            <p:ph type="body" idx="1"/>
          </p:nvPr>
        </p:nvSpPr>
        <p:spPr>
          <a:xfrm>
            <a:off x="685800" y="4400550"/>
            <a:ext cx="5486400" cy="3600450"/>
          </a:xfrm>
          <a:prstGeom prst="rect">
            <a:avLst/>
          </a:prstGeom>
        </p:spPr>
        <p:txBody>
          <a:bodyPr/>
          <a:lstStyle/>
          <a:p>
            <a:endParaRPr lang="en-US" dirty="0"/>
          </a:p>
        </p:txBody>
      </p:sp>
      <p:sp>
        <p:nvSpPr>
          <p:cNvPr id="4" name="Slide Number Placeholder 3"/>
          <p:cNvSpPr>
            <a:spLocks noGrp="1"/>
          </p:cNvSpPr>
          <p:nvPr>
            <p:ph type="sldNum" sz="quarter" idx="5"/>
          </p:nvPr>
        </p:nvSpPr>
        <p:spPr>
          <a:xfrm>
            <a:off x="3884613" y="8685213"/>
            <a:ext cx="2971800" cy="458787"/>
          </a:xfrm>
          <a:prstGeom prst="rect">
            <a:avLst/>
          </a:prstGeom>
        </p:spPr>
        <p:txBody>
          <a:bodyPr/>
          <a:lstStyle/>
          <a:p>
            <a:fld id="{017105BD-6D6F-49DB-9DE4-D4A6452D7E5F}" type="slidenum">
              <a:rPr lang="en-US" altLang="zh-CN" noProof="0" smtClean="0"/>
              <a:t>8</a:t>
            </a:fld>
            <a:endParaRPr lang="en-US" altLang="zh-CN" noProof="0" dirty="0"/>
          </a:p>
        </p:txBody>
      </p:sp>
    </p:spTree>
    <p:extLst>
      <p:ext uri="{BB962C8B-B14F-4D97-AF65-F5344CB8AC3E}">
        <p14:creationId xmlns:p14="http://schemas.microsoft.com/office/powerpoint/2010/main" val="137746093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ECE351-D547-E59A-579A-9577B8C52EF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1CE5027-21D4-48DF-182A-B6CBDF92CFBE}"/>
              </a:ext>
            </a:extLst>
          </p:cNvPr>
          <p:cNvSpPr>
            <a:spLocks noGrp="1" noRot="1" noChangeAspect="1"/>
          </p:cNvSpPr>
          <p:nvPr>
            <p:ph type="sldImg"/>
          </p:nvPr>
        </p:nvSpPr>
        <p:spPr>
          <a:xfrm>
            <a:off x="685800" y="1143000"/>
            <a:ext cx="5486400" cy="3086100"/>
          </a:xfrm>
          <a:prstGeom prst="rect">
            <a:avLst/>
          </a:prstGeom>
        </p:spPr>
      </p:sp>
      <p:sp>
        <p:nvSpPr>
          <p:cNvPr id="3" name="Notes Placeholder 2">
            <a:extLst>
              <a:ext uri="{FF2B5EF4-FFF2-40B4-BE49-F238E27FC236}">
                <a16:creationId xmlns:a16="http://schemas.microsoft.com/office/drawing/2014/main" id="{E5E1C011-8A8E-1716-BBEE-5AAD8E47E297}"/>
              </a:ext>
            </a:extLst>
          </p:cNvPr>
          <p:cNvSpPr>
            <a:spLocks noGrp="1"/>
          </p:cNvSpPr>
          <p:nvPr>
            <p:ph type="body" idx="1"/>
          </p:nvPr>
        </p:nvSpPr>
        <p:spPr>
          <a:xfrm>
            <a:off x="685800" y="4400550"/>
            <a:ext cx="5486400" cy="3600450"/>
          </a:xfrm>
          <a:prstGeom prst="rect">
            <a:avLst/>
          </a:prstGeom>
        </p:spPr>
        <p:txBody>
          <a:bodyPr/>
          <a:lstStyle/>
          <a:p>
            <a:endParaRPr lang="en-US" dirty="0"/>
          </a:p>
        </p:txBody>
      </p:sp>
      <p:sp>
        <p:nvSpPr>
          <p:cNvPr id="4" name="Slide Number Placeholder 3">
            <a:extLst>
              <a:ext uri="{FF2B5EF4-FFF2-40B4-BE49-F238E27FC236}">
                <a16:creationId xmlns:a16="http://schemas.microsoft.com/office/drawing/2014/main" id="{F86514F9-9D1B-3248-A1AC-8AAB111E30F3}"/>
              </a:ext>
            </a:extLst>
          </p:cNvPr>
          <p:cNvSpPr>
            <a:spLocks noGrp="1"/>
          </p:cNvSpPr>
          <p:nvPr>
            <p:ph type="sldNum" sz="quarter" idx="5"/>
          </p:nvPr>
        </p:nvSpPr>
        <p:spPr>
          <a:xfrm>
            <a:off x="3884613" y="8685213"/>
            <a:ext cx="2971800" cy="458787"/>
          </a:xfrm>
          <a:prstGeom prst="rect">
            <a:avLst/>
          </a:prstGeom>
        </p:spPr>
        <p:txBody>
          <a:bodyPr/>
          <a:lstStyle/>
          <a:p>
            <a:fld id="{017105BD-6D6F-49DB-9DE4-D4A6452D7E5F}" type="slidenum">
              <a:rPr lang="en-US" altLang="zh-CN" noProof="0" smtClean="0"/>
              <a:t>9</a:t>
            </a:fld>
            <a:endParaRPr lang="en-US" altLang="zh-CN" noProof="0" dirty="0"/>
          </a:p>
        </p:txBody>
      </p:sp>
    </p:spTree>
    <p:extLst>
      <p:ext uri="{BB962C8B-B14F-4D97-AF65-F5344CB8AC3E}">
        <p14:creationId xmlns:p14="http://schemas.microsoft.com/office/powerpoint/2010/main" val="358983206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p:spPr>
      </p:sp>
      <p:sp>
        <p:nvSpPr>
          <p:cNvPr id="3" name="Notes Placeholder 2"/>
          <p:cNvSpPr>
            <a:spLocks noGrp="1"/>
          </p:cNvSpPr>
          <p:nvPr>
            <p:ph type="body" idx="1"/>
          </p:nvPr>
        </p:nvSpPr>
        <p:spPr>
          <a:xfrm>
            <a:off x="685800" y="4400550"/>
            <a:ext cx="5486400" cy="3600450"/>
          </a:xfrm>
          <a:prstGeom prst="rect">
            <a:avLst/>
          </a:prstGeom>
        </p:spPr>
        <p:txBody>
          <a:bodyPr/>
          <a:lstStyle/>
          <a:p>
            <a:endParaRPr lang="en-US" dirty="0"/>
          </a:p>
        </p:txBody>
      </p:sp>
      <p:sp>
        <p:nvSpPr>
          <p:cNvPr id="4" name="Slide Number Placeholder 3"/>
          <p:cNvSpPr>
            <a:spLocks noGrp="1"/>
          </p:cNvSpPr>
          <p:nvPr>
            <p:ph type="sldNum" sz="quarter" idx="5"/>
          </p:nvPr>
        </p:nvSpPr>
        <p:spPr>
          <a:xfrm>
            <a:off x="3884613" y="8685213"/>
            <a:ext cx="2971800" cy="458787"/>
          </a:xfrm>
          <a:prstGeom prst="rect">
            <a:avLst/>
          </a:prstGeom>
        </p:spPr>
        <p:txBody>
          <a:bodyPr/>
          <a:lstStyle/>
          <a:p>
            <a:fld id="{017105BD-6D6F-49DB-9DE4-D4A6452D7E5F}" type="slidenum">
              <a:rPr lang="en-US" altLang="zh-CN" noProof="0" smtClean="0"/>
              <a:t>10</a:t>
            </a:fld>
            <a:endParaRPr lang="en-US" altLang="zh-CN" noProof="0" dirty="0"/>
          </a:p>
        </p:txBody>
      </p:sp>
    </p:spTree>
    <p:extLst>
      <p:ext uri="{BB962C8B-B14F-4D97-AF65-F5344CB8AC3E}">
        <p14:creationId xmlns:p14="http://schemas.microsoft.com/office/powerpoint/2010/main" val="209380031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AC2D76-E727-CEE7-CC16-E6C58010931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CD540BD-7BAF-EA3C-FF50-FEF548F40262}"/>
              </a:ext>
            </a:extLst>
          </p:cNvPr>
          <p:cNvSpPr>
            <a:spLocks noGrp="1" noRot="1" noChangeAspect="1"/>
          </p:cNvSpPr>
          <p:nvPr>
            <p:ph type="sldImg"/>
          </p:nvPr>
        </p:nvSpPr>
        <p:spPr>
          <a:xfrm>
            <a:off x="685800" y="1143000"/>
            <a:ext cx="5486400" cy="3086100"/>
          </a:xfrm>
          <a:prstGeom prst="rect">
            <a:avLst/>
          </a:prstGeom>
        </p:spPr>
      </p:sp>
      <p:sp>
        <p:nvSpPr>
          <p:cNvPr id="3" name="Notes Placeholder 2">
            <a:extLst>
              <a:ext uri="{FF2B5EF4-FFF2-40B4-BE49-F238E27FC236}">
                <a16:creationId xmlns:a16="http://schemas.microsoft.com/office/drawing/2014/main" id="{12A76C77-B38C-9372-6EED-8288E42B5F81}"/>
              </a:ext>
            </a:extLst>
          </p:cNvPr>
          <p:cNvSpPr>
            <a:spLocks noGrp="1"/>
          </p:cNvSpPr>
          <p:nvPr>
            <p:ph type="body" idx="1"/>
          </p:nvPr>
        </p:nvSpPr>
        <p:spPr>
          <a:xfrm>
            <a:off x="685800" y="4400550"/>
            <a:ext cx="5486400" cy="3600450"/>
          </a:xfrm>
          <a:prstGeom prst="rect">
            <a:avLst/>
          </a:prstGeom>
        </p:spPr>
        <p:txBody>
          <a:bodyPr/>
          <a:lstStyle/>
          <a:p>
            <a:endParaRPr lang="en-US" dirty="0"/>
          </a:p>
        </p:txBody>
      </p:sp>
      <p:sp>
        <p:nvSpPr>
          <p:cNvPr id="4" name="Slide Number Placeholder 3">
            <a:extLst>
              <a:ext uri="{FF2B5EF4-FFF2-40B4-BE49-F238E27FC236}">
                <a16:creationId xmlns:a16="http://schemas.microsoft.com/office/drawing/2014/main" id="{D8349DCD-F0B1-4EC0-1AF1-1B8A79B2F6D2}"/>
              </a:ext>
            </a:extLst>
          </p:cNvPr>
          <p:cNvSpPr>
            <a:spLocks noGrp="1"/>
          </p:cNvSpPr>
          <p:nvPr>
            <p:ph type="sldNum" sz="quarter" idx="5"/>
          </p:nvPr>
        </p:nvSpPr>
        <p:spPr>
          <a:xfrm>
            <a:off x="3884613" y="8685213"/>
            <a:ext cx="2971800" cy="458787"/>
          </a:xfrm>
          <a:prstGeom prst="rect">
            <a:avLst/>
          </a:prstGeom>
        </p:spPr>
        <p:txBody>
          <a:bodyPr/>
          <a:lstStyle/>
          <a:p>
            <a:fld id="{017105BD-6D6F-49DB-9DE4-D4A6452D7E5F}" type="slidenum">
              <a:rPr lang="en-US" altLang="zh-CN" noProof="0" smtClean="0"/>
              <a:t>11</a:t>
            </a:fld>
            <a:endParaRPr lang="en-US" altLang="zh-CN" noProof="0" dirty="0"/>
          </a:p>
        </p:txBody>
      </p:sp>
    </p:spTree>
    <p:extLst>
      <p:ext uri="{BB962C8B-B14F-4D97-AF65-F5344CB8AC3E}">
        <p14:creationId xmlns:p14="http://schemas.microsoft.com/office/powerpoint/2010/main" val="254920161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9B0862-08E7-9E72-3A8C-893DB7E2E61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484090E-F2FA-E0EE-7AED-D374621965DB}"/>
              </a:ext>
            </a:extLst>
          </p:cNvPr>
          <p:cNvSpPr>
            <a:spLocks noGrp="1" noRot="1" noChangeAspect="1"/>
          </p:cNvSpPr>
          <p:nvPr>
            <p:ph type="sldImg"/>
          </p:nvPr>
        </p:nvSpPr>
        <p:spPr>
          <a:xfrm>
            <a:off x="685800" y="1143000"/>
            <a:ext cx="5486400" cy="3086100"/>
          </a:xfrm>
          <a:prstGeom prst="rect">
            <a:avLst/>
          </a:prstGeom>
        </p:spPr>
      </p:sp>
      <p:sp>
        <p:nvSpPr>
          <p:cNvPr id="3" name="Notes Placeholder 2">
            <a:extLst>
              <a:ext uri="{FF2B5EF4-FFF2-40B4-BE49-F238E27FC236}">
                <a16:creationId xmlns:a16="http://schemas.microsoft.com/office/drawing/2014/main" id="{2B627D34-E772-6D2B-3A7B-D2F54A5A3E34}"/>
              </a:ext>
            </a:extLst>
          </p:cNvPr>
          <p:cNvSpPr>
            <a:spLocks noGrp="1"/>
          </p:cNvSpPr>
          <p:nvPr>
            <p:ph type="body" idx="1"/>
          </p:nvPr>
        </p:nvSpPr>
        <p:spPr>
          <a:xfrm>
            <a:off x="685800" y="4400550"/>
            <a:ext cx="5486400" cy="3600450"/>
          </a:xfrm>
          <a:prstGeom prst="rect">
            <a:avLst/>
          </a:prstGeom>
        </p:spPr>
        <p:txBody>
          <a:bodyPr/>
          <a:lstStyle/>
          <a:p>
            <a:endParaRPr lang="en-US" dirty="0"/>
          </a:p>
        </p:txBody>
      </p:sp>
      <p:sp>
        <p:nvSpPr>
          <p:cNvPr id="4" name="Slide Number Placeholder 3">
            <a:extLst>
              <a:ext uri="{FF2B5EF4-FFF2-40B4-BE49-F238E27FC236}">
                <a16:creationId xmlns:a16="http://schemas.microsoft.com/office/drawing/2014/main" id="{3B438FA9-81AA-D9F2-7C26-A946215B739C}"/>
              </a:ext>
            </a:extLst>
          </p:cNvPr>
          <p:cNvSpPr>
            <a:spLocks noGrp="1"/>
          </p:cNvSpPr>
          <p:nvPr>
            <p:ph type="sldNum" sz="quarter" idx="5"/>
          </p:nvPr>
        </p:nvSpPr>
        <p:spPr>
          <a:xfrm>
            <a:off x="3884613" y="8685213"/>
            <a:ext cx="2971800" cy="458787"/>
          </a:xfrm>
          <a:prstGeom prst="rect">
            <a:avLst/>
          </a:prstGeom>
        </p:spPr>
        <p:txBody>
          <a:bodyPr/>
          <a:lstStyle/>
          <a:p>
            <a:fld id="{017105BD-6D6F-49DB-9DE4-D4A6452D7E5F}" type="slidenum">
              <a:rPr lang="en-US" altLang="zh-CN" noProof="0" smtClean="0"/>
              <a:t>12</a:t>
            </a:fld>
            <a:endParaRPr lang="en-US" altLang="zh-CN" noProof="0" dirty="0"/>
          </a:p>
        </p:txBody>
      </p:sp>
    </p:spTree>
    <p:extLst>
      <p:ext uri="{BB962C8B-B14F-4D97-AF65-F5344CB8AC3E}">
        <p14:creationId xmlns:p14="http://schemas.microsoft.com/office/powerpoint/2010/main" val="120580347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2E0224-8BEE-0355-F494-8C9AF074B26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3F10566-EBFF-B923-4D87-1CCA8359D48C}"/>
              </a:ext>
            </a:extLst>
          </p:cNvPr>
          <p:cNvSpPr>
            <a:spLocks noGrp="1" noRot="1" noChangeAspect="1"/>
          </p:cNvSpPr>
          <p:nvPr>
            <p:ph type="sldImg"/>
          </p:nvPr>
        </p:nvSpPr>
        <p:spPr>
          <a:xfrm>
            <a:off x="685800" y="1143000"/>
            <a:ext cx="5486400" cy="3086100"/>
          </a:xfrm>
          <a:prstGeom prst="rect">
            <a:avLst/>
          </a:prstGeom>
        </p:spPr>
      </p:sp>
      <p:sp>
        <p:nvSpPr>
          <p:cNvPr id="3" name="Notes Placeholder 2">
            <a:extLst>
              <a:ext uri="{FF2B5EF4-FFF2-40B4-BE49-F238E27FC236}">
                <a16:creationId xmlns:a16="http://schemas.microsoft.com/office/drawing/2014/main" id="{D42F5C0B-3DF9-B4F4-A0AC-F76894182F8A}"/>
              </a:ext>
            </a:extLst>
          </p:cNvPr>
          <p:cNvSpPr>
            <a:spLocks noGrp="1"/>
          </p:cNvSpPr>
          <p:nvPr>
            <p:ph type="body" idx="1"/>
          </p:nvPr>
        </p:nvSpPr>
        <p:spPr>
          <a:xfrm>
            <a:off x="685800" y="4400550"/>
            <a:ext cx="5486400" cy="3600450"/>
          </a:xfrm>
          <a:prstGeom prst="rect">
            <a:avLst/>
          </a:prstGeom>
        </p:spPr>
        <p:txBody>
          <a:bodyPr/>
          <a:lstStyle/>
          <a:p>
            <a:endParaRPr lang="en-US" dirty="0"/>
          </a:p>
        </p:txBody>
      </p:sp>
      <p:sp>
        <p:nvSpPr>
          <p:cNvPr id="4" name="Slide Number Placeholder 3">
            <a:extLst>
              <a:ext uri="{FF2B5EF4-FFF2-40B4-BE49-F238E27FC236}">
                <a16:creationId xmlns:a16="http://schemas.microsoft.com/office/drawing/2014/main" id="{8676B7BE-3F60-59D4-48C0-D80906AF1482}"/>
              </a:ext>
            </a:extLst>
          </p:cNvPr>
          <p:cNvSpPr>
            <a:spLocks noGrp="1"/>
          </p:cNvSpPr>
          <p:nvPr>
            <p:ph type="sldNum" sz="quarter" idx="5"/>
          </p:nvPr>
        </p:nvSpPr>
        <p:spPr>
          <a:xfrm>
            <a:off x="3884613" y="8685213"/>
            <a:ext cx="2971800" cy="458787"/>
          </a:xfrm>
          <a:prstGeom prst="rect">
            <a:avLst/>
          </a:prstGeom>
        </p:spPr>
        <p:txBody>
          <a:bodyPr/>
          <a:lstStyle/>
          <a:p>
            <a:fld id="{017105BD-6D6F-49DB-9DE4-D4A6452D7E5F}" type="slidenum">
              <a:rPr lang="en-US" altLang="zh-CN" noProof="0" smtClean="0"/>
              <a:t>13</a:t>
            </a:fld>
            <a:endParaRPr lang="en-US" altLang="zh-CN" noProof="0" dirty="0"/>
          </a:p>
        </p:txBody>
      </p:sp>
    </p:spTree>
    <p:extLst>
      <p:ext uri="{BB962C8B-B14F-4D97-AF65-F5344CB8AC3E}">
        <p14:creationId xmlns:p14="http://schemas.microsoft.com/office/powerpoint/2010/main" val="352140852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p:spPr>
      </p:sp>
      <p:sp>
        <p:nvSpPr>
          <p:cNvPr id="3" name="Notes Placeholder 2"/>
          <p:cNvSpPr>
            <a:spLocks noGrp="1"/>
          </p:cNvSpPr>
          <p:nvPr>
            <p:ph type="body" idx="1"/>
          </p:nvPr>
        </p:nvSpPr>
        <p:spPr>
          <a:xfrm>
            <a:off x="685800" y="4400550"/>
            <a:ext cx="5486400" cy="3600450"/>
          </a:xfrm>
          <a:prstGeom prst="rect">
            <a:avLst/>
          </a:prstGeom>
        </p:spPr>
        <p:txBody>
          <a:bodyPr/>
          <a:lstStyle/>
          <a:p>
            <a:endParaRPr lang="en-US" dirty="0"/>
          </a:p>
        </p:txBody>
      </p:sp>
      <p:sp>
        <p:nvSpPr>
          <p:cNvPr id="4" name="Slide Number Placeholder 3"/>
          <p:cNvSpPr>
            <a:spLocks noGrp="1"/>
          </p:cNvSpPr>
          <p:nvPr>
            <p:ph type="sldNum" sz="quarter" idx="5"/>
          </p:nvPr>
        </p:nvSpPr>
        <p:spPr>
          <a:xfrm>
            <a:off x="3884613" y="8685213"/>
            <a:ext cx="2971800" cy="458787"/>
          </a:xfrm>
          <a:prstGeom prst="rect">
            <a:avLst/>
          </a:prstGeom>
        </p:spPr>
        <p:txBody>
          <a:bodyPr/>
          <a:lstStyle/>
          <a:p>
            <a:fld id="{017105BD-6D6F-49DB-9DE4-D4A6452D7E5F}" type="slidenum">
              <a:rPr lang="en-US" altLang="zh-CN" noProof="0" smtClean="0"/>
              <a:t>14</a:t>
            </a:fld>
            <a:endParaRPr lang="en-US" altLang="zh-CN" noProof="0" dirty="0"/>
          </a:p>
        </p:txBody>
      </p:sp>
    </p:spTree>
    <p:extLst>
      <p:ext uri="{BB962C8B-B14F-4D97-AF65-F5344CB8AC3E}">
        <p14:creationId xmlns:p14="http://schemas.microsoft.com/office/powerpoint/2010/main" val="1181820075"/>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with Image">
    <p:bg>
      <p:bgPr>
        <a:solidFill>
          <a:schemeClr val="accent6"/>
        </a:solidFill>
        <a:effectLst/>
      </p:bgPr>
    </p:bg>
    <p:spTree>
      <p:nvGrpSpPr>
        <p:cNvPr id="1" name=""/>
        <p:cNvGrpSpPr/>
        <p:nvPr/>
      </p:nvGrpSpPr>
      <p:grpSpPr>
        <a:xfrm>
          <a:off x="0" y="0"/>
          <a:ext cx="0" cy="0"/>
          <a:chOff x="0" y="0"/>
          <a:chExt cx="0" cy="0"/>
        </a:xfrm>
      </p:grpSpPr>
      <p:pic>
        <p:nvPicPr>
          <p:cNvPr id="13" name="Shape 33">
            <a:extLst>
              <a:ext uri="{FF2B5EF4-FFF2-40B4-BE49-F238E27FC236}">
                <a16:creationId xmlns:a16="http://schemas.microsoft.com/office/drawing/2014/main" id="{4D81E37E-7366-D88D-83B8-BBA577CA4626}"/>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a:ext>
            </a:extLst>
          </a:blip>
          <a:srcRect/>
          <a:stretch>
            <a:fillRect/>
          </a:stretch>
        </p:blipFill>
        <p:spPr>
          <a:xfrm>
            <a:off x="9897686" y="1064464"/>
            <a:ext cx="1570617" cy="1796820"/>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p:spPr>
      </p:pic>
      <p:pic>
        <p:nvPicPr>
          <p:cNvPr id="12" name="Shape 31">
            <a:extLst>
              <a:ext uri="{FF2B5EF4-FFF2-40B4-BE49-F238E27FC236}">
                <a16:creationId xmlns:a16="http://schemas.microsoft.com/office/drawing/2014/main" id="{A2E096B7-3B4F-355B-58E5-41784AC8BE29}"/>
              </a:ext>
              <a:ext uri="{C183D7F6-B498-43B3-948B-1728B52AA6E4}">
                <adec:decorative xmlns:adec="http://schemas.microsoft.com/office/drawing/2017/decorative" val="1"/>
              </a:ext>
            </a:extLst>
          </p:cNvPr>
          <p:cNvPicPr>
            <a:picLocks noChangeAspect="1"/>
          </p:cNvPicPr>
          <p:nvPr userDrawn="1"/>
        </p:nvPicPr>
        <p:blipFill>
          <a:blip r:embed="rId3" cstate="print">
            <a:extLst>
              <a:ext uri="{28A0092B-C50C-407E-A947-70E740481C1C}">
                <a14:useLocalDpi xmlns:a14="http://schemas.microsoft.com/office/drawing/2010/main"/>
              </a:ext>
            </a:extLst>
          </a:blip>
          <a:srcRect t="2555" b="2555"/>
          <a:stretch>
            <a:fillRect/>
          </a:stretch>
        </p:blipFill>
        <p:spPr>
          <a:xfrm>
            <a:off x="6284315" y="3984454"/>
            <a:ext cx="1570617" cy="1796820"/>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p:spPr>
      </p:pic>
      <p:sp>
        <p:nvSpPr>
          <p:cNvPr id="3" name="Title 2">
            <a:extLst>
              <a:ext uri="{FF2B5EF4-FFF2-40B4-BE49-F238E27FC236}">
                <a16:creationId xmlns:a16="http://schemas.microsoft.com/office/drawing/2014/main" id="{7EC2501B-DEA6-190E-3633-E32F635B7CE1}"/>
              </a:ext>
            </a:extLst>
          </p:cNvPr>
          <p:cNvSpPr>
            <a:spLocks noGrp="1"/>
          </p:cNvSpPr>
          <p:nvPr>
            <p:ph type="title"/>
          </p:nvPr>
        </p:nvSpPr>
        <p:spPr>
          <a:xfrm>
            <a:off x="1144292" y="731520"/>
            <a:ext cx="5029200" cy="3291840"/>
          </a:xfrm>
        </p:spPr>
        <p:txBody>
          <a:bodyPr anchor="b">
            <a:normAutofit/>
          </a:bodyPr>
          <a:lstStyle>
            <a:lvl1pPr>
              <a:defRPr sz="4800"/>
            </a:lvl1pPr>
          </a:lstStyle>
          <a:p>
            <a:r>
              <a:rPr lang="en-US" noProof="0"/>
              <a:t>Click to edit Master title style</a:t>
            </a:r>
            <a:endParaRPr lang="en-US" noProof="0" dirty="0"/>
          </a:p>
        </p:txBody>
      </p:sp>
      <p:cxnSp>
        <p:nvCxnSpPr>
          <p:cNvPr id="24" name="Straight Connector 2">
            <a:extLst>
              <a:ext uri="{FF2B5EF4-FFF2-40B4-BE49-F238E27FC236}">
                <a16:creationId xmlns:a16="http://schemas.microsoft.com/office/drawing/2014/main" id="{F1FCCFDB-D985-4322-AC87-F69214893708}"/>
              </a:ext>
            </a:extLst>
          </p:cNvPr>
          <p:cNvCxnSpPr/>
          <p:nvPr userDrawn="1"/>
        </p:nvCxnSpPr>
        <p:spPr>
          <a:xfrm>
            <a:off x="1168533" y="4172084"/>
            <a:ext cx="0" cy="760288"/>
          </a:xfrm>
          <a:prstGeom prst="line">
            <a:avLst/>
          </a:prstGeom>
          <a:noFill/>
          <a:ln w="19050" cap="flat" cmpd="sng" algn="ctr">
            <a:solidFill>
              <a:srgbClr val="D84400"/>
            </a:solidFill>
            <a:prstDash val="solid"/>
            <a:miter lim="800000"/>
          </a:ln>
          <a:effectLst/>
        </p:spPr>
      </p:cxnSp>
      <p:sp>
        <p:nvSpPr>
          <p:cNvPr id="27" name="Content placeholder 47" descr="Click icon to add picture">
            <a:extLst>
              <a:ext uri="{FF2B5EF4-FFF2-40B4-BE49-F238E27FC236}">
                <a16:creationId xmlns:a16="http://schemas.microsoft.com/office/drawing/2014/main" id="{EA8265B5-83C5-4AE9-88AB-3F2443B57F00}"/>
              </a:ext>
            </a:extLst>
          </p:cNvPr>
          <p:cNvSpPr>
            <a:spLocks noGrp="1"/>
          </p:cNvSpPr>
          <p:nvPr>
            <p:ph type="body" sz="quarter" idx="28"/>
          </p:nvPr>
        </p:nvSpPr>
        <p:spPr>
          <a:xfrm>
            <a:off x="1260894" y="4172084"/>
            <a:ext cx="4912598" cy="914400"/>
          </a:xfrm>
          <a:prstGeom prst="rect">
            <a:avLst/>
          </a:prstGeom>
        </p:spPr>
        <p:txBody>
          <a:bodyPr>
            <a:normAutofit/>
          </a:bodyPr>
          <a:lstStyle>
            <a:lvl1pPr marL="0" indent="0">
              <a:lnSpc>
                <a:spcPct val="100000"/>
              </a:lnSpc>
              <a:buNone/>
              <a:defRPr sz="2000" b="0">
                <a:solidFill>
                  <a:schemeClr val="bg1"/>
                </a:solidFill>
              </a:defRPr>
            </a:lvl1pPr>
            <a:lvl2pPr>
              <a:defRPr sz="1000"/>
            </a:lvl2pPr>
            <a:lvl3pPr>
              <a:defRPr sz="900"/>
            </a:lvl3pPr>
            <a:lvl4pPr>
              <a:defRPr sz="800"/>
            </a:lvl4pPr>
            <a:lvl5pPr>
              <a:defRPr sz="800"/>
            </a:lvl5pPr>
          </a:lstStyle>
          <a:p>
            <a:pPr lvl="0"/>
            <a:r>
              <a:rPr lang="en-US" altLang="zh-CN" noProof="0"/>
              <a:t>Click to edit Master text styles</a:t>
            </a:r>
          </a:p>
        </p:txBody>
      </p:sp>
      <p:sp>
        <p:nvSpPr>
          <p:cNvPr id="47" name="Content placeholder 47">
            <a:extLst>
              <a:ext uri="{FF2B5EF4-FFF2-40B4-BE49-F238E27FC236}">
                <a16:creationId xmlns:a16="http://schemas.microsoft.com/office/drawing/2014/main" id="{0FFAAB58-ABE4-41AC-B94E-432936CE0301}"/>
              </a:ext>
            </a:extLst>
          </p:cNvPr>
          <p:cNvSpPr>
            <a:spLocks noGrp="1"/>
          </p:cNvSpPr>
          <p:nvPr>
            <p:ph type="pic" sz="quarter" idx="47" hasCustomPrompt="1"/>
          </p:nvPr>
        </p:nvSpPr>
        <p:spPr>
          <a:xfrm>
            <a:off x="6742557" y="821836"/>
            <a:ext cx="4405503" cy="5066346"/>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p:spPr>
        <p:txBody>
          <a:bodyPr anchor="ctr">
            <a:noAutofit/>
          </a:bodyPr>
          <a:lstStyle>
            <a:lvl1pPr marL="0" indent="0" algn="ctr">
              <a:buNone/>
              <a:defRPr>
                <a:solidFill>
                  <a:schemeClr val="bg1"/>
                </a:solidFill>
              </a:defRPr>
            </a:lvl1pPr>
          </a:lstStyle>
          <a:p>
            <a:r>
              <a:rPr lang="en-US" altLang="zh-CN" noProof="0" dirty="0"/>
              <a:t>Click icon to add picture≈≈</a:t>
            </a:r>
          </a:p>
        </p:txBody>
      </p:sp>
      <p:sp>
        <p:nvSpPr>
          <p:cNvPr id="9" name="Freeform: Shape 11">
            <a:extLst>
              <a:ext uri="{FF2B5EF4-FFF2-40B4-BE49-F238E27FC236}">
                <a16:creationId xmlns:a16="http://schemas.microsoft.com/office/drawing/2014/main" id="{9ECA281C-F2CB-AE9D-DCD6-F94D3FEE2E67}"/>
              </a:ext>
            </a:extLst>
          </p:cNvPr>
          <p:cNvSpPr/>
          <p:nvPr userDrawn="1"/>
        </p:nvSpPr>
        <p:spPr>
          <a:xfrm>
            <a:off x="7441324" y="5568778"/>
            <a:ext cx="829927" cy="949454"/>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98682" h="5032188">
                <a:moveTo>
                  <a:pt x="2187388" y="0"/>
                </a:moveTo>
                <a:lnTo>
                  <a:pt x="4386729" y="1261035"/>
                </a:lnTo>
                <a:cubicBezTo>
                  <a:pt x="4390713" y="2103718"/>
                  <a:pt x="4394698" y="2946400"/>
                  <a:pt x="4398682" y="3789083"/>
                </a:cubicBezTo>
                <a:lnTo>
                  <a:pt x="2193365" y="5032188"/>
                </a:lnTo>
                <a:lnTo>
                  <a:pt x="0" y="3783106"/>
                </a:lnTo>
                <a:lnTo>
                  <a:pt x="0" y="1267012"/>
                </a:lnTo>
                <a:lnTo>
                  <a:pt x="2187388" y="0"/>
                </a:lnTo>
                <a:close/>
              </a:path>
            </a:pathLst>
          </a:custGeom>
          <a:solidFill>
            <a:schemeClr val="accent2"/>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Posterama Text SemiBold"/>
              <a:ea typeface="+mn-ea"/>
              <a:cs typeface="+mn-cs"/>
            </a:endParaRPr>
          </a:p>
        </p:txBody>
      </p:sp>
    </p:spTree>
    <p:extLst>
      <p:ext uri="{BB962C8B-B14F-4D97-AF65-F5344CB8AC3E}">
        <p14:creationId xmlns:p14="http://schemas.microsoft.com/office/powerpoint/2010/main" val="3496649517"/>
      </p:ext>
    </p:extLst>
  </p:cSld>
  <p:clrMapOvr>
    <a:masterClrMapping/>
  </p:clrMapOvr>
  <p:extLst>
    <p:ext uri="{DCECCB84-F9BA-43D5-87BE-67443E8EF086}">
      <p15:sldGuideLst xmlns:p15="http://schemas.microsoft.com/office/powerpoint/2012/main">
        <p15:guide id="1" pos="528">
          <p15:clr>
            <a:srgbClr val="FBAE40"/>
          </p15:clr>
        </p15:guide>
        <p15:guide id="2" orient="horz" pos="528">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17" name="Title 16">
            <a:extLst>
              <a:ext uri="{FF2B5EF4-FFF2-40B4-BE49-F238E27FC236}">
                <a16:creationId xmlns:a16="http://schemas.microsoft.com/office/drawing/2014/main" id="{5518B595-5A04-0768-52B1-73F11E4754EA}"/>
              </a:ext>
            </a:extLst>
          </p:cNvPr>
          <p:cNvSpPr>
            <a:spLocks noGrp="1"/>
          </p:cNvSpPr>
          <p:nvPr>
            <p:ph type="title"/>
          </p:nvPr>
        </p:nvSpPr>
        <p:spPr>
          <a:xfrm>
            <a:off x="914400" y="3429000"/>
            <a:ext cx="4206240" cy="2377440"/>
          </a:xfrm>
        </p:spPr>
        <p:txBody>
          <a:bodyPr anchor="t">
            <a:noAutofit/>
          </a:bodyPr>
          <a:lstStyle>
            <a:lvl1pPr>
              <a:defRPr sz="3600"/>
            </a:lvl1pPr>
          </a:lstStyle>
          <a:p>
            <a:r>
              <a:rPr lang="en-US" noProof="0"/>
              <a:t>Click to edit Master title style</a:t>
            </a:r>
            <a:endParaRPr lang="en-US" noProof="0" dirty="0"/>
          </a:p>
        </p:txBody>
      </p:sp>
      <p:sp>
        <p:nvSpPr>
          <p:cNvPr id="6" name="Content Placeholder 4">
            <a:extLst>
              <a:ext uri="{FF2B5EF4-FFF2-40B4-BE49-F238E27FC236}">
                <a16:creationId xmlns:a16="http://schemas.microsoft.com/office/drawing/2014/main" id="{73CCCCFD-E0FE-BDB7-CF9D-FCA345E6BA55}"/>
              </a:ext>
            </a:extLst>
          </p:cNvPr>
          <p:cNvSpPr>
            <a:spLocks noGrp="1"/>
          </p:cNvSpPr>
          <p:nvPr>
            <p:ph sz="quarter" idx="35"/>
          </p:nvPr>
        </p:nvSpPr>
        <p:spPr>
          <a:xfrm>
            <a:off x="5394325" y="3429000"/>
            <a:ext cx="3475038" cy="2378075"/>
          </a:xfrm>
        </p:spPr>
        <p:txBody>
          <a:bodyPr anchor="ctr"/>
          <a:lstStyle>
            <a:lvl1pPr marL="347472">
              <a:defRPr sz="2000"/>
            </a:lvl1pPr>
            <a:lvl2pPr>
              <a:defRPr sz="2000"/>
            </a:lvl2pPr>
            <a:lvl3pPr>
              <a:defRPr sz="2000"/>
            </a:lvl3pPr>
            <a:lvl4pPr>
              <a:defRPr sz="2000"/>
            </a:lvl4pPr>
            <a:lvl5pPr>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Freeform: Shape 4">
            <a:extLst>
              <a:ext uri="{FF2B5EF4-FFF2-40B4-BE49-F238E27FC236}">
                <a16:creationId xmlns:a16="http://schemas.microsoft.com/office/drawing/2014/main" id="{AE722AFD-22D7-4BD8-B055-3867C3800E16}"/>
              </a:ext>
            </a:extLst>
          </p:cNvPr>
          <p:cNvSpPr/>
          <p:nvPr userDrawn="1"/>
        </p:nvSpPr>
        <p:spPr>
          <a:xfrm>
            <a:off x="6282845" y="525294"/>
            <a:ext cx="1913128" cy="2140085"/>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800" noProof="0" dirty="0"/>
          </a:p>
        </p:txBody>
      </p:sp>
      <p:sp>
        <p:nvSpPr>
          <p:cNvPr id="13" name="Freeform: Shape 12">
            <a:extLst>
              <a:ext uri="{FF2B5EF4-FFF2-40B4-BE49-F238E27FC236}">
                <a16:creationId xmlns:a16="http://schemas.microsoft.com/office/drawing/2014/main" id="{5D0355E4-3980-42A9-9376-74163520D39D}"/>
              </a:ext>
            </a:extLst>
          </p:cNvPr>
          <p:cNvSpPr/>
          <p:nvPr userDrawn="1"/>
        </p:nvSpPr>
        <p:spPr>
          <a:xfrm>
            <a:off x="8375472" y="496110"/>
            <a:ext cx="1913128" cy="2159541"/>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800" noProof="0" dirty="0"/>
          </a:p>
        </p:txBody>
      </p:sp>
      <p:sp>
        <p:nvSpPr>
          <p:cNvPr id="16" name="Freeform: Shape 15">
            <a:extLst>
              <a:ext uri="{FF2B5EF4-FFF2-40B4-BE49-F238E27FC236}">
                <a16:creationId xmlns:a16="http://schemas.microsoft.com/office/drawing/2014/main" id="{B9D430ED-A815-4274-966C-8192C4230569}"/>
              </a:ext>
            </a:extLst>
          </p:cNvPr>
          <p:cNvSpPr/>
          <p:nvPr userDrawn="1"/>
        </p:nvSpPr>
        <p:spPr>
          <a:xfrm>
            <a:off x="9403474" y="2310314"/>
            <a:ext cx="1913128" cy="2159541"/>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800" noProof="0" dirty="0"/>
          </a:p>
        </p:txBody>
      </p:sp>
      <p:sp>
        <p:nvSpPr>
          <p:cNvPr id="29" name="Freeform 28">
            <a:extLst>
              <a:ext uri="{FF2B5EF4-FFF2-40B4-BE49-F238E27FC236}">
                <a16:creationId xmlns:a16="http://schemas.microsoft.com/office/drawing/2014/main" id="{0B88ADED-0863-78D3-7710-E131932E965F}"/>
              </a:ext>
            </a:extLst>
          </p:cNvPr>
          <p:cNvSpPr/>
          <p:nvPr userDrawn="1"/>
        </p:nvSpPr>
        <p:spPr>
          <a:xfrm>
            <a:off x="10460480" y="505838"/>
            <a:ext cx="1731521" cy="2159541"/>
          </a:xfrm>
          <a:custGeom>
            <a:avLst/>
            <a:gdLst>
              <a:gd name="connsiteX0" fmla="*/ 953758 w 1731521"/>
              <a:gd name="connsiteY0" fmla="*/ 0 h 2159541"/>
              <a:gd name="connsiteX1" fmla="*/ 1731521 w 1731521"/>
              <a:gd name="connsiteY1" fmla="*/ 438909 h 2159541"/>
              <a:gd name="connsiteX2" fmla="*/ 1731521 w 1731521"/>
              <a:gd name="connsiteY2" fmla="*/ 1724628 h 2159541"/>
              <a:gd name="connsiteX3" fmla="*/ 956364 w 1731521"/>
              <a:gd name="connsiteY3" fmla="*/ 2159541 h 2159541"/>
              <a:gd name="connsiteX4" fmla="*/ 0 w 1731521"/>
              <a:gd name="connsiteY4" fmla="*/ 1623503 h 2159541"/>
              <a:gd name="connsiteX5" fmla="*/ 0 w 1731521"/>
              <a:gd name="connsiteY5" fmla="*/ 543733 h 21595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731521" h="2159541">
                <a:moveTo>
                  <a:pt x="953758" y="0"/>
                </a:moveTo>
                <a:lnTo>
                  <a:pt x="1731521" y="438909"/>
                </a:lnTo>
                <a:lnTo>
                  <a:pt x="1731521" y="1724628"/>
                </a:lnTo>
                <a:lnTo>
                  <a:pt x="956364" y="2159541"/>
                </a:lnTo>
                <a:lnTo>
                  <a:pt x="0" y="1623503"/>
                </a:lnTo>
                <a:lnTo>
                  <a:pt x="0" y="543733"/>
                </a:lnTo>
                <a:close/>
              </a:path>
            </a:pathLst>
          </a:custGeom>
          <a:noFill/>
          <a:ln w="19050">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28" name="Freeform 27">
            <a:extLst>
              <a:ext uri="{FF2B5EF4-FFF2-40B4-BE49-F238E27FC236}">
                <a16:creationId xmlns:a16="http://schemas.microsoft.com/office/drawing/2014/main" id="{32435EB1-8BEE-9EEE-D9E4-E53D56B7E09C}"/>
              </a:ext>
            </a:extLst>
          </p:cNvPr>
          <p:cNvSpPr/>
          <p:nvPr userDrawn="1"/>
        </p:nvSpPr>
        <p:spPr>
          <a:xfrm>
            <a:off x="11498097" y="2436654"/>
            <a:ext cx="698022" cy="1868948"/>
          </a:xfrm>
          <a:custGeom>
            <a:avLst/>
            <a:gdLst>
              <a:gd name="connsiteX0" fmla="*/ 698022 w 698022"/>
              <a:gd name="connsiteY0" fmla="*/ 0 h 1868948"/>
              <a:gd name="connsiteX1" fmla="*/ 698022 w 698022"/>
              <a:gd name="connsiteY1" fmla="*/ 1868948 h 1868948"/>
              <a:gd name="connsiteX2" fmla="*/ 0 w 698022"/>
              <a:gd name="connsiteY2" fmla="*/ 1477709 h 1868948"/>
              <a:gd name="connsiteX3" fmla="*/ 0 w 698022"/>
              <a:gd name="connsiteY3" fmla="*/ 397939 h 1868948"/>
            </a:gdLst>
            <a:ahLst/>
            <a:cxnLst>
              <a:cxn ang="0">
                <a:pos x="connsiteX0" y="connsiteY0"/>
              </a:cxn>
              <a:cxn ang="0">
                <a:pos x="connsiteX1" y="connsiteY1"/>
              </a:cxn>
              <a:cxn ang="0">
                <a:pos x="connsiteX2" y="connsiteY2"/>
              </a:cxn>
              <a:cxn ang="0">
                <a:pos x="connsiteX3" y="connsiteY3"/>
              </a:cxn>
            </a:cxnLst>
            <a:rect l="l" t="t" r="r" b="b"/>
            <a:pathLst>
              <a:path w="698022" h="1868948">
                <a:moveTo>
                  <a:pt x="698022" y="0"/>
                </a:moveTo>
                <a:lnTo>
                  <a:pt x="698022" y="1868948"/>
                </a:lnTo>
                <a:lnTo>
                  <a:pt x="0" y="1477709"/>
                </a:lnTo>
                <a:lnTo>
                  <a:pt x="0" y="397939"/>
                </a:lnTo>
                <a:close/>
              </a:path>
            </a:pathLst>
          </a:custGeom>
          <a:no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30" name="Freeform 29">
            <a:extLst>
              <a:ext uri="{FF2B5EF4-FFF2-40B4-BE49-F238E27FC236}">
                <a16:creationId xmlns:a16="http://schemas.microsoft.com/office/drawing/2014/main" id="{2692688E-3654-181E-6244-F2CED7612746}"/>
              </a:ext>
            </a:extLst>
          </p:cNvPr>
          <p:cNvSpPr/>
          <p:nvPr userDrawn="1"/>
        </p:nvSpPr>
        <p:spPr>
          <a:xfrm>
            <a:off x="10460480" y="4114794"/>
            <a:ext cx="1731521" cy="2159541"/>
          </a:xfrm>
          <a:custGeom>
            <a:avLst/>
            <a:gdLst>
              <a:gd name="connsiteX0" fmla="*/ 953758 w 1731521"/>
              <a:gd name="connsiteY0" fmla="*/ 0 h 2159541"/>
              <a:gd name="connsiteX1" fmla="*/ 1731521 w 1731521"/>
              <a:gd name="connsiteY1" fmla="*/ 438909 h 2159541"/>
              <a:gd name="connsiteX2" fmla="*/ 1731521 w 1731521"/>
              <a:gd name="connsiteY2" fmla="*/ 1724629 h 2159541"/>
              <a:gd name="connsiteX3" fmla="*/ 956364 w 1731521"/>
              <a:gd name="connsiteY3" fmla="*/ 2159541 h 2159541"/>
              <a:gd name="connsiteX4" fmla="*/ 0 w 1731521"/>
              <a:gd name="connsiteY4" fmla="*/ 1623503 h 2159541"/>
              <a:gd name="connsiteX5" fmla="*/ 0 w 1731521"/>
              <a:gd name="connsiteY5" fmla="*/ 543733 h 21595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731521" h="2159541">
                <a:moveTo>
                  <a:pt x="953758" y="0"/>
                </a:moveTo>
                <a:lnTo>
                  <a:pt x="1731521" y="438909"/>
                </a:lnTo>
                <a:lnTo>
                  <a:pt x="1731521" y="1724629"/>
                </a:lnTo>
                <a:lnTo>
                  <a:pt x="956364" y="2159541"/>
                </a:lnTo>
                <a:lnTo>
                  <a:pt x="0" y="1623503"/>
                </a:lnTo>
                <a:lnTo>
                  <a:pt x="0" y="543733"/>
                </a:lnTo>
                <a:close/>
              </a:path>
            </a:pathLst>
          </a:custGeom>
          <a:noFill/>
          <a:ln w="19050">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2" name="Footer Placeholder 1">
            <a:extLst>
              <a:ext uri="{FF2B5EF4-FFF2-40B4-BE49-F238E27FC236}">
                <a16:creationId xmlns:a16="http://schemas.microsoft.com/office/drawing/2014/main" id="{D6B1A7E0-D0BF-7FCA-D296-94BFC0D611C5}"/>
              </a:ext>
            </a:extLst>
          </p:cNvPr>
          <p:cNvSpPr>
            <a:spLocks noGrp="1"/>
          </p:cNvSpPr>
          <p:nvPr>
            <p:ph type="ftr" sz="quarter" idx="33"/>
          </p:nvPr>
        </p:nvSpPr>
        <p:spPr/>
        <p:txBody>
          <a:bodyPr/>
          <a:lstStyle/>
          <a:p>
            <a:endParaRPr lang="en-US" noProof="0" dirty="0"/>
          </a:p>
        </p:txBody>
      </p:sp>
      <p:sp>
        <p:nvSpPr>
          <p:cNvPr id="3" name="Slide Number Placeholder 2">
            <a:extLst>
              <a:ext uri="{FF2B5EF4-FFF2-40B4-BE49-F238E27FC236}">
                <a16:creationId xmlns:a16="http://schemas.microsoft.com/office/drawing/2014/main" id="{FCAC10D1-DF42-8734-0793-84312B963E62}"/>
              </a:ext>
            </a:extLst>
          </p:cNvPr>
          <p:cNvSpPr>
            <a:spLocks noGrp="1"/>
          </p:cNvSpPr>
          <p:nvPr>
            <p:ph type="sldNum" sz="quarter" idx="34"/>
          </p:nvPr>
        </p:nvSpPr>
        <p:spPr/>
        <p:txBody>
          <a:bodyPr/>
          <a:lstStyle/>
          <a:p>
            <a:fld id="{47FEACEE-25B4-4A2D-B147-27296E36371D}" type="slidenum">
              <a:rPr lang="en-US" altLang="zh-CN" noProof="0" smtClean="0"/>
              <a:pPr/>
              <a:t>‹#›</a:t>
            </a:fld>
            <a:endParaRPr lang="en-US" altLang="zh-CN" noProof="0" dirty="0"/>
          </a:p>
        </p:txBody>
      </p:sp>
      <p:sp>
        <p:nvSpPr>
          <p:cNvPr id="8" name="Freeform 7">
            <a:extLst>
              <a:ext uri="{FF2B5EF4-FFF2-40B4-BE49-F238E27FC236}">
                <a16:creationId xmlns:a16="http://schemas.microsoft.com/office/drawing/2014/main" id="{24C8F37E-3F74-F3FA-C9D8-7083DF2BBECC}"/>
              </a:ext>
            </a:extLst>
          </p:cNvPr>
          <p:cNvSpPr/>
          <p:nvPr userDrawn="1"/>
        </p:nvSpPr>
        <p:spPr>
          <a:xfrm>
            <a:off x="7325349" y="0"/>
            <a:ext cx="1911968" cy="866964"/>
          </a:xfrm>
          <a:custGeom>
            <a:avLst/>
            <a:gdLst>
              <a:gd name="connsiteX0" fmla="*/ 0 w 1911968"/>
              <a:gd name="connsiteY0" fmla="*/ 0 h 866964"/>
              <a:gd name="connsiteX1" fmla="*/ 1911968 w 1911968"/>
              <a:gd name="connsiteY1" fmla="*/ 0 h 866964"/>
              <a:gd name="connsiteX2" fmla="*/ 1911621 w 1911968"/>
              <a:gd name="connsiteY2" fmla="*/ 335832 h 866964"/>
              <a:gd name="connsiteX3" fmla="*/ 956364 w 1911968"/>
              <a:gd name="connsiteY3" fmla="*/ 866964 h 866964"/>
              <a:gd name="connsiteX4" fmla="*/ 0 w 1911968"/>
              <a:gd name="connsiteY4" fmla="*/ 335755 h 8669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1968" h="866964">
                <a:moveTo>
                  <a:pt x="0" y="0"/>
                </a:moveTo>
                <a:lnTo>
                  <a:pt x="1911968" y="0"/>
                </a:lnTo>
                <a:lnTo>
                  <a:pt x="1911621" y="335832"/>
                </a:lnTo>
                <a:lnTo>
                  <a:pt x="956364" y="866964"/>
                </a:lnTo>
                <a:lnTo>
                  <a:pt x="0" y="335755"/>
                </a:lnTo>
                <a:close/>
              </a:path>
            </a:pathLst>
          </a:custGeom>
          <a:noFill/>
          <a:ln w="190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9" name="Freeform 8">
            <a:extLst>
              <a:ext uri="{FF2B5EF4-FFF2-40B4-BE49-F238E27FC236}">
                <a16:creationId xmlns:a16="http://schemas.microsoft.com/office/drawing/2014/main" id="{FB905CE6-1C2F-E053-4D14-6B86F4EFDC10}"/>
              </a:ext>
            </a:extLst>
          </p:cNvPr>
          <p:cNvSpPr/>
          <p:nvPr userDrawn="1"/>
        </p:nvSpPr>
        <p:spPr>
          <a:xfrm>
            <a:off x="9416816" y="0"/>
            <a:ext cx="1911968" cy="866964"/>
          </a:xfrm>
          <a:custGeom>
            <a:avLst/>
            <a:gdLst>
              <a:gd name="connsiteX0" fmla="*/ 0 w 1911968"/>
              <a:gd name="connsiteY0" fmla="*/ 0 h 866964"/>
              <a:gd name="connsiteX1" fmla="*/ 1911968 w 1911968"/>
              <a:gd name="connsiteY1" fmla="*/ 0 h 866964"/>
              <a:gd name="connsiteX2" fmla="*/ 1911621 w 1911968"/>
              <a:gd name="connsiteY2" fmla="*/ 335832 h 866964"/>
              <a:gd name="connsiteX3" fmla="*/ 956364 w 1911968"/>
              <a:gd name="connsiteY3" fmla="*/ 866964 h 866964"/>
              <a:gd name="connsiteX4" fmla="*/ 0 w 1911968"/>
              <a:gd name="connsiteY4" fmla="*/ 335755 h 8669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1968" h="866964">
                <a:moveTo>
                  <a:pt x="0" y="0"/>
                </a:moveTo>
                <a:lnTo>
                  <a:pt x="1911968" y="0"/>
                </a:lnTo>
                <a:lnTo>
                  <a:pt x="1911621" y="335832"/>
                </a:lnTo>
                <a:lnTo>
                  <a:pt x="956364" y="866964"/>
                </a:lnTo>
                <a:lnTo>
                  <a:pt x="0" y="335755"/>
                </a:lnTo>
                <a:close/>
              </a:path>
            </a:pathLst>
          </a:cu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0" name="Freeform: Shape 12">
            <a:extLst>
              <a:ext uri="{FF2B5EF4-FFF2-40B4-BE49-F238E27FC236}">
                <a16:creationId xmlns:a16="http://schemas.microsoft.com/office/drawing/2014/main" id="{0B2D3BF4-495E-23C2-9911-15BC9E0D8EA7}"/>
              </a:ext>
            </a:extLst>
          </p:cNvPr>
          <p:cNvSpPr/>
          <p:nvPr userDrawn="1"/>
        </p:nvSpPr>
        <p:spPr>
          <a:xfrm>
            <a:off x="1571157" y="505838"/>
            <a:ext cx="1913128" cy="2159541"/>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800" noProof="0" dirty="0"/>
          </a:p>
        </p:txBody>
      </p:sp>
      <p:sp>
        <p:nvSpPr>
          <p:cNvPr id="18" name="Freeform 17">
            <a:extLst>
              <a:ext uri="{FF2B5EF4-FFF2-40B4-BE49-F238E27FC236}">
                <a16:creationId xmlns:a16="http://schemas.microsoft.com/office/drawing/2014/main" id="{62629C19-89EB-BC19-9230-7F7675E16EFF}"/>
              </a:ext>
            </a:extLst>
          </p:cNvPr>
          <p:cNvSpPr/>
          <p:nvPr userDrawn="1"/>
        </p:nvSpPr>
        <p:spPr>
          <a:xfrm>
            <a:off x="521034" y="0"/>
            <a:ext cx="1911968" cy="866964"/>
          </a:xfrm>
          <a:custGeom>
            <a:avLst/>
            <a:gdLst>
              <a:gd name="connsiteX0" fmla="*/ 0 w 1911968"/>
              <a:gd name="connsiteY0" fmla="*/ 0 h 866964"/>
              <a:gd name="connsiteX1" fmla="*/ 1911968 w 1911968"/>
              <a:gd name="connsiteY1" fmla="*/ 0 h 866964"/>
              <a:gd name="connsiteX2" fmla="*/ 1911621 w 1911968"/>
              <a:gd name="connsiteY2" fmla="*/ 335832 h 866964"/>
              <a:gd name="connsiteX3" fmla="*/ 956364 w 1911968"/>
              <a:gd name="connsiteY3" fmla="*/ 866964 h 866964"/>
              <a:gd name="connsiteX4" fmla="*/ 0 w 1911968"/>
              <a:gd name="connsiteY4" fmla="*/ 335755 h 8669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1968" h="866964">
                <a:moveTo>
                  <a:pt x="0" y="0"/>
                </a:moveTo>
                <a:lnTo>
                  <a:pt x="1911968" y="0"/>
                </a:lnTo>
                <a:lnTo>
                  <a:pt x="1911621" y="335832"/>
                </a:lnTo>
                <a:lnTo>
                  <a:pt x="956364" y="866964"/>
                </a:lnTo>
                <a:lnTo>
                  <a:pt x="0" y="335755"/>
                </a:lnTo>
                <a:close/>
              </a:path>
            </a:pathLst>
          </a:custGeom>
          <a:solidFill>
            <a:schemeClr val="accent2"/>
          </a:solidFill>
          <a:ln w="190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Tree>
    <p:extLst>
      <p:ext uri="{BB962C8B-B14F-4D97-AF65-F5344CB8AC3E}">
        <p14:creationId xmlns:p14="http://schemas.microsoft.com/office/powerpoint/2010/main" val="1143481105"/>
      </p:ext>
    </p:extLst>
  </p:cSld>
  <p:clrMapOvr>
    <a:masterClrMapping/>
  </p:clrMapOvr>
  <p:extLst>
    <p:ext uri="{DCECCB84-F9BA-43D5-87BE-67443E8EF086}">
      <p15:sldGuideLst xmlns:p15="http://schemas.microsoft.com/office/powerpoint/2012/main">
        <p15:guide id="1" orient="horz" pos="528">
          <p15:clr>
            <a:srgbClr val="FBAE40"/>
          </p15:clr>
        </p15:guide>
        <p15:guide id="2" pos="504"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break">
    <p:bg>
      <p:bgPr>
        <a:solidFill>
          <a:schemeClr val="accent6"/>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EC2501B-DEA6-190E-3633-E32F635B7CE1}"/>
              </a:ext>
            </a:extLst>
          </p:cNvPr>
          <p:cNvSpPr>
            <a:spLocks noGrp="1"/>
          </p:cNvSpPr>
          <p:nvPr>
            <p:ph type="title"/>
          </p:nvPr>
        </p:nvSpPr>
        <p:spPr>
          <a:xfrm>
            <a:off x="5998464" y="731520"/>
            <a:ext cx="5029200" cy="3291840"/>
          </a:xfrm>
        </p:spPr>
        <p:txBody>
          <a:bodyPr anchor="b">
            <a:normAutofit/>
          </a:bodyPr>
          <a:lstStyle/>
          <a:p>
            <a:r>
              <a:rPr lang="en-US" noProof="0"/>
              <a:t>Click to edit Master title style</a:t>
            </a:r>
            <a:endParaRPr lang="en-US" noProof="0" dirty="0"/>
          </a:p>
        </p:txBody>
      </p:sp>
      <p:sp>
        <p:nvSpPr>
          <p:cNvPr id="27" name="Content placeholder 47" descr="Click icon to add picture">
            <a:extLst>
              <a:ext uri="{FF2B5EF4-FFF2-40B4-BE49-F238E27FC236}">
                <a16:creationId xmlns:a16="http://schemas.microsoft.com/office/drawing/2014/main" id="{EA8265B5-83C5-4AE9-88AB-3F2443B57F00}"/>
              </a:ext>
            </a:extLst>
          </p:cNvPr>
          <p:cNvSpPr>
            <a:spLocks noGrp="1"/>
          </p:cNvSpPr>
          <p:nvPr>
            <p:ph type="body" sz="quarter" idx="28"/>
          </p:nvPr>
        </p:nvSpPr>
        <p:spPr>
          <a:xfrm>
            <a:off x="6117336" y="4172084"/>
            <a:ext cx="4910328" cy="1005840"/>
          </a:xfrm>
          <a:prstGeom prst="rect">
            <a:avLst/>
          </a:prstGeom>
        </p:spPr>
        <p:txBody>
          <a:bodyPr>
            <a:normAutofit/>
          </a:bodyPr>
          <a:lstStyle>
            <a:lvl1pPr marL="0" indent="0">
              <a:lnSpc>
                <a:spcPct val="100000"/>
              </a:lnSpc>
              <a:buNone/>
              <a:defRPr sz="1800" b="0">
                <a:solidFill>
                  <a:schemeClr val="bg1"/>
                </a:solidFill>
              </a:defRPr>
            </a:lvl1pPr>
            <a:lvl2pPr>
              <a:defRPr sz="1000"/>
            </a:lvl2pPr>
            <a:lvl3pPr>
              <a:defRPr sz="900"/>
            </a:lvl3pPr>
            <a:lvl4pPr>
              <a:defRPr sz="800"/>
            </a:lvl4pPr>
            <a:lvl5pPr>
              <a:defRPr sz="800"/>
            </a:lvl5pPr>
          </a:lstStyle>
          <a:p>
            <a:pPr lvl="0"/>
            <a:r>
              <a:rPr lang="en-US" altLang="zh-CN" noProof="0"/>
              <a:t>Click to edit Master text styles</a:t>
            </a:r>
          </a:p>
        </p:txBody>
      </p:sp>
      <p:sp>
        <p:nvSpPr>
          <p:cNvPr id="2" name="Freeform: Shape 5">
            <a:extLst>
              <a:ext uri="{FF2B5EF4-FFF2-40B4-BE49-F238E27FC236}">
                <a16:creationId xmlns:a16="http://schemas.microsoft.com/office/drawing/2014/main" id="{B17C1EC9-3787-8D41-B5F1-BF16FD5C7ACB}"/>
              </a:ext>
            </a:extLst>
          </p:cNvPr>
          <p:cNvSpPr/>
          <p:nvPr userDrawn="1"/>
        </p:nvSpPr>
        <p:spPr>
          <a:xfrm>
            <a:off x="3843559" y="722518"/>
            <a:ext cx="1244907" cy="1405252"/>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noProof="0" dirty="0"/>
          </a:p>
        </p:txBody>
      </p:sp>
      <p:sp>
        <p:nvSpPr>
          <p:cNvPr id="4" name="Freeform: Shape 6">
            <a:extLst>
              <a:ext uri="{FF2B5EF4-FFF2-40B4-BE49-F238E27FC236}">
                <a16:creationId xmlns:a16="http://schemas.microsoft.com/office/drawing/2014/main" id="{E945D8B2-8BED-B43F-8D56-AB19D0D29970}"/>
              </a:ext>
            </a:extLst>
          </p:cNvPr>
          <p:cNvSpPr/>
          <p:nvPr userDrawn="1"/>
        </p:nvSpPr>
        <p:spPr>
          <a:xfrm>
            <a:off x="1223929" y="1436914"/>
            <a:ext cx="2857005" cy="3269776"/>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600" noProof="0" dirty="0"/>
          </a:p>
        </p:txBody>
      </p:sp>
      <p:sp>
        <p:nvSpPr>
          <p:cNvPr id="5" name="Freeform: Shape 7">
            <a:extLst>
              <a:ext uri="{FF2B5EF4-FFF2-40B4-BE49-F238E27FC236}">
                <a16:creationId xmlns:a16="http://schemas.microsoft.com/office/drawing/2014/main" id="{3853EA5E-735A-20F3-684A-C0AD030EC2D4}"/>
              </a:ext>
            </a:extLst>
          </p:cNvPr>
          <p:cNvSpPr/>
          <p:nvPr userDrawn="1"/>
        </p:nvSpPr>
        <p:spPr>
          <a:xfrm>
            <a:off x="758702" y="3457554"/>
            <a:ext cx="1208037" cy="1381756"/>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noProof="0" dirty="0"/>
          </a:p>
        </p:txBody>
      </p:sp>
      <p:sp>
        <p:nvSpPr>
          <p:cNvPr id="6" name="Freeform: Shape 11">
            <a:extLst>
              <a:ext uri="{FF2B5EF4-FFF2-40B4-BE49-F238E27FC236}">
                <a16:creationId xmlns:a16="http://schemas.microsoft.com/office/drawing/2014/main" id="{75DB4848-0824-8316-ED27-44DF37AD6F3D}"/>
              </a:ext>
            </a:extLst>
          </p:cNvPr>
          <p:cNvSpPr/>
          <p:nvPr userDrawn="1"/>
        </p:nvSpPr>
        <p:spPr>
          <a:xfrm>
            <a:off x="2917915" y="4662164"/>
            <a:ext cx="663381" cy="758922"/>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98682" h="5032188">
                <a:moveTo>
                  <a:pt x="2187388" y="0"/>
                </a:moveTo>
                <a:lnTo>
                  <a:pt x="4386729" y="1261035"/>
                </a:lnTo>
                <a:cubicBezTo>
                  <a:pt x="4390713" y="2103718"/>
                  <a:pt x="4394698" y="2946400"/>
                  <a:pt x="4398682" y="3789083"/>
                </a:cubicBezTo>
                <a:lnTo>
                  <a:pt x="2193365" y="5032188"/>
                </a:lnTo>
                <a:lnTo>
                  <a:pt x="0" y="3783106"/>
                </a:lnTo>
                <a:lnTo>
                  <a:pt x="0" y="1267012"/>
                </a:lnTo>
                <a:lnTo>
                  <a:pt x="2187388" y="0"/>
                </a:lnTo>
                <a:close/>
              </a:path>
            </a:pathLst>
          </a:custGeom>
          <a:solidFill>
            <a:schemeClr val="accent2"/>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Posterama Text SemiBold"/>
              <a:ea typeface="+mn-ea"/>
              <a:cs typeface="+mn-cs"/>
            </a:endParaRPr>
          </a:p>
        </p:txBody>
      </p:sp>
      <p:cxnSp>
        <p:nvCxnSpPr>
          <p:cNvPr id="7" name="Straight Connector 2">
            <a:extLst>
              <a:ext uri="{FF2B5EF4-FFF2-40B4-BE49-F238E27FC236}">
                <a16:creationId xmlns:a16="http://schemas.microsoft.com/office/drawing/2014/main" id="{8784B377-2FE4-4091-C29F-46938ECFA73E}"/>
              </a:ext>
            </a:extLst>
          </p:cNvPr>
          <p:cNvCxnSpPr/>
          <p:nvPr userDrawn="1"/>
        </p:nvCxnSpPr>
        <p:spPr>
          <a:xfrm>
            <a:off x="5998709" y="4172084"/>
            <a:ext cx="0" cy="760288"/>
          </a:xfrm>
          <a:prstGeom prst="line">
            <a:avLst/>
          </a:prstGeom>
          <a:noFill/>
          <a:ln w="19050" cap="flat" cmpd="sng" algn="ctr">
            <a:solidFill>
              <a:srgbClr val="D84400"/>
            </a:solidFill>
            <a:prstDash val="solid"/>
            <a:miter lim="800000"/>
          </a:ln>
          <a:effectLst/>
        </p:spPr>
      </p:cxnSp>
    </p:spTree>
    <p:extLst>
      <p:ext uri="{BB962C8B-B14F-4D97-AF65-F5344CB8AC3E}">
        <p14:creationId xmlns:p14="http://schemas.microsoft.com/office/powerpoint/2010/main" val="2612047778"/>
      </p:ext>
    </p:extLst>
  </p:cSld>
  <p:clrMapOvr>
    <a:masterClrMapping/>
  </p:clrMapOvr>
  <p:extLst>
    <p:ext uri="{DCECCB84-F9BA-43D5-87BE-67443E8EF086}">
      <p15:sldGuideLst xmlns:p15="http://schemas.microsoft.com/office/powerpoint/2012/main">
        <p15:guide id="1" pos="528">
          <p15:clr>
            <a:srgbClr val="FBAE40"/>
          </p15:clr>
        </p15:guide>
        <p15:guide id="2" orient="horz" pos="528">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type="obj">
  <p:cSld name="Title and content 01">
    <p:spTree>
      <p:nvGrpSpPr>
        <p:cNvPr id="1" name=""/>
        <p:cNvGrpSpPr/>
        <p:nvPr/>
      </p:nvGrpSpPr>
      <p:grpSpPr>
        <a:xfrm>
          <a:off x="0" y="0"/>
          <a:ext cx="0" cy="0"/>
          <a:chOff x="0" y="0"/>
          <a:chExt cx="0" cy="0"/>
        </a:xfrm>
      </p:grpSpPr>
      <p:grpSp>
        <p:nvGrpSpPr>
          <p:cNvPr id="18" name="Group 17">
            <a:extLst>
              <a:ext uri="{FF2B5EF4-FFF2-40B4-BE49-F238E27FC236}">
                <a16:creationId xmlns:a16="http://schemas.microsoft.com/office/drawing/2014/main" id="{E820F9CA-E84D-E159-524A-398712EC6AFE}"/>
              </a:ext>
            </a:extLst>
          </p:cNvPr>
          <p:cNvGrpSpPr/>
          <p:nvPr userDrawn="1"/>
        </p:nvGrpSpPr>
        <p:grpSpPr>
          <a:xfrm>
            <a:off x="879765" y="-10376"/>
            <a:ext cx="10794247" cy="1864808"/>
            <a:chOff x="879765" y="-10376"/>
            <a:chExt cx="10794247" cy="1864808"/>
          </a:xfrm>
        </p:grpSpPr>
        <p:sp>
          <p:nvSpPr>
            <p:cNvPr id="12" name="Freeform: Shape 12">
              <a:extLst>
                <a:ext uri="{FF2B5EF4-FFF2-40B4-BE49-F238E27FC236}">
                  <a16:creationId xmlns:a16="http://schemas.microsoft.com/office/drawing/2014/main" id="{7674207A-3643-0D40-E3B5-F11FCACBAA74}"/>
                </a:ext>
              </a:extLst>
            </p:cNvPr>
            <p:cNvSpPr/>
            <p:nvPr/>
          </p:nvSpPr>
          <p:spPr>
            <a:xfrm>
              <a:off x="8893126" y="351937"/>
              <a:ext cx="1331054" cy="1502495"/>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800" noProof="0" dirty="0"/>
            </a:p>
          </p:txBody>
        </p:sp>
        <p:sp>
          <p:nvSpPr>
            <p:cNvPr id="7" name="Freeform: Shape 12">
              <a:extLst>
                <a:ext uri="{FF2B5EF4-FFF2-40B4-BE49-F238E27FC236}">
                  <a16:creationId xmlns:a16="http://schemas.microsoft.com/office/drawing/2014/main" id="{9619B847-88FE-63C2-96AC-161C08F5934F}"/>
                </a:ext>
              </a:extLst>
            </p:cNvPr>
            <p:cNvSpPr/>
            <p:nvPr/>
          </p:nvSpPr>
          <p:spPr>
            <a:xfrm>
              <a:off x="5985740" y="345168"/>
              <a:ext cx="1331054" cy="1502495"/>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800" noProof="0" dirty="0"/>
            </a:p>
          </p:txBody>
        </p:sp>
        <p:sp>
          <p:nvSpPr>
            <p:cNvPr id="8" name="Freeform 6">
              <a:extLst>
                <a:ext uri="{FF2B5EF4-FFF2-40B4-BE49-F238E27FC236}">
                  <a16:creationId xmlns:a16="http://schemas.microsoft.com/office/drawing/2014/main" id="{228172F9-6711-D31B-2F7B-A4ECDEAB360C}"/>
                </a:ext>
              </a:extLst>
            </p:cNvPr>
            <p:cNvSpPr/>
            <p:nvPr/>
          </p:nvSpPr>
          <p:spPr>
            <a:xfrm>
              <a:off x="5255120" y="0"/>
              <a:ext cx="1330247" cy="603188"/>
            </a:xfrm>
            <a:custGeom>
              <a:avLst/>
              <a:gdLst>
                <a:gd name="connsiteX0" fmla="*/ 0 w 1911968"/>
                <a:gd name="connsiteY0" fmla="*/ 0 h 866964"/>
                <a:gd name="connsiteX1" fmla="*/ 1911968 w 1911968"/>
                <a:gd name="connsiteY1" fmla="*/ 0 h 866964"/>
                <a:gd name="connsiteX2" fmla="*/ 1911621 w 1911968"/>
                <a:gd name="connsiteY2" fmla="*/ 335832 h 866964"/>
                <a:gd name="connsiteX3" fmla="*/ 956364 w 1911968"/>
                <a:gd name="connsiteY3" fmla="*/ 866964 h 866964"/>
                <a:gd name="connsiteX4" fmla="*/ 0 w 1911968"/>
                <a:gd name="connsiteY4" fmla="*/ 335755 h 8669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1968" h="866964">
                  <a:moveTo>
                    <a:pt x="0" y="0"/>
                  </a:moveTo>
                  <a:lnTo>
                    <a:pt x="1911968" y="0"/>
                  </a:lnTo>
                  <a:lnTo>
                    <a:pt x="1911621" y="335832"/>
                  </a:lnTo>
                  <a:lnTo>
                    <a:pt x="956364" y="866964"/>
                  </a:lnTo>
                  <a:lnTo>
                    <a:pt x="0" y="335755"/>
                  </a:lnTo>
                  <a:close/>
                </a:path>
              </a:pathLst>
            </a:custGeom>
            <a:solidFill>
              <a:schemeClr val="accent1">
                <a:lumMod val="60000"/>
                <a:lumOff val="40000"/>
              </a:schemeClr>
            </a:solidFill>
            <a:ln w="190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9" name="Freeform 7">
              <a:extLst>
                <a:ext uri="{FF2B5EF4-FFF2-40B4-BE49-F238E27FC236}">
                  <a16:creationId xmlns:a16="http://schemas.microsoft.com/office/drawing/2014/main" id="{1732E38F-F657-48F0-5783-63C7EDB52F87}"/>
                </a:ext>
              </a:extLst>
            </p:cNvPr>
            <p:cNvSpPr/>
            <p:nvPr/>
          </p:nvSpPr>
          <p:spPr>
            <a:xfrm>
              <a:off x="6710252" y="0"/>
              <a:ext cx="1330247" cy="603188"/>
            </a:xfrm>
            <a:custGeom>
              <a:avLst/>
              <a:gdLst>
                <a:gd name="connsiteX0" fmla="*/ 0 w 1911968"/>
                <a:gd name="connsiteY0" fmla="*/ 0 h 866964"/>
                <a:gd name="connsiteX1" fmla="*/ 1911968 w 1911968"/>
                <a:gd name="connsiteY1" fmla="*/ 0 h 866964"/>
                <a:gd name="connsiteX2" fmla="*/ 1911621 w 1911968"/>
                <a:gd name="connsiteY2" fmla="*/ 335832 h 866964"/>
                <a:gd name="connsiteX3" fmla="*/ 956364 w 1911968"/>
                <a:gd name="connsiteY3" fmla="*/ 866964 h 866964"/>
                <a:gd name="connsiteX4" fmla="*/ 0 w 1911968"/>
                <a:gd name="connsiteY4" fmla="*/ 335755 h 8669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1968" h="866964">
                  <a:moveTo>
                    <a:pt x="0" y="0"/>
                  </a:moveTo>
                  <a:lnTo>
                    <a:pt x="1911968" y="0"/>
                  </a:lnTo>
                  <a:lnTo>
                    <a:pt x="1911621" y="335832"/>
                  </a:lnTo>
                  <a:lnTo>
                    <a:pt x="956364" y="866964"/>
                  </a:lnTo>
                  <a:lnTo>
                    <a:pt x="0" y="335755"/>
                  </a:lnTo>
                  <a:close/>
                </a:path>
              </a:pathLst>
            </a:cu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0" name="Freeform: Shape 12">
              <a:extLst>
                <a:ext uri="{FF2B5EF4-FFF2-40B4-BE49-F238E27FC236}">
                  <a16:creationId xmlns:a16="http://schemas.microsoft.com/office/drawing/2014/main" id="{601F8F38-CEFA-8374-19C9-69BA4F7D10DF}"/>
                </a:ext>
              </a:extLst>
            </p:cNvPr>
            <p:cNvSpPr/>
            <p:nvPr/>
          </p:nvSpPr>
          <p:spPr>
            <a:xfrm>
              <a:off x="1610385" y="351937"/>
              <a:ext cx="1331054" cy="1502495"/>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800" noProof="0" dirty="0"/>
            </a:p>
          </p:txBody>
        </p:sp>
        <p:sp>
          <p:nvSpPr>
            <p:cNvPr id="11" name="Freeform 9">
              <a:extLst>
                <a:ext uri="{FF2B5EF4-FFF2-40B4-BE49-F238E27FC236}">
                  <a16:creationId xmlns:a16="http://schemas.microsoft.com/office/drawing/2014/main" id="{0659428E-002A-3B5E-D9E8-A2B206826D40}"/>
                </a:ext>
              </a:extLst>
            </p:cNvPr>
            <p:cNvSpPr/>
            <p:nvPr/>
          </p:nvSpPr>
          <p:spPr>
            <a:xfrm>
              <a:off x="879765" y="0"/>
              <a:ext cx="1330247" cy="603188"/>
            </a:xfrm>
            <a:custGeom>
              <a:avLst/>
              <a:gdLst>
                <a:gd name="connsiteX0" fmla="*/ 0 w 1911968"/>
                <a:gd name="connsiteY0" fmla="*/ 0 h 866964"/>
                <a:gd name="connsiteX1" fmla="*/ 1911968 w 1911968"/>
                <a:gd name="connsiteY1" fmla="*/ 0 h 866964"/>
                <a:gd name="connsiteX2" fmla="*/ 1911621 w 1911968"/>
                <a:gd name="connsiteY2" fmla="*/ 335832 h 866964"/>
                <a:gd name="connsiteX3" fmla="*/ 956364 w 1911968"/>
                <a:gd name="connsiteY3" fmla="*/ 866964 h 866964"/>
                <a:gd name="connsiteX4" fmla="*/ 0 w 1911968"/>
                <a:gd name="connsiteY4" fmla="*/ 335755 h 8669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1968" h="866964">
                  <a:moveTo>
                    <a:pt x="0" y="0"/>
                  </a:moveTo>
                  <a:lnTo>
                    <a:pt x="1911968" y="0"/>
                  </a:lnTo>
                  <a:lnTo>
                    <a:pt x="1911621" y="335832"/>
                  </a:lnTo>
                  <a:lnTo>
                    <a:pt x="956364" y="866964"/>
                  </a:lnTo>
                  <a:lnTo>
                    <a:pt x="0" y="335755"/>
                  </a:lnTo>
                  <a:close/>
                </a:path>
              </a:pathLst>
            </a:custGeom>
            <a:solidFill>
              <a:schemeClr val="accent1">
                <a:lumMod val="60000"/>
                <a:lumOff val="40000"/>
              </a:schemeClr>
            </a:solidFill>
            <a:ln w="190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3" name="Freeform 12">
              <a:extLst>
                <a:ext uri="{FF2B5EF4-FFF2-40B4-BE49-F238E27FC236}">
                  <a16:creationId xmlns:a16="http://schemas.microsoft.com/office/drawing/2014/main" id="{F3F6BB30-EA63-53B6-1493-0B0220BC1FF8}"/>
                </a:ext>
              </a:extLst>
            </p:cNvPr>
            <p:cNvSpPr/>
            <p:nvPr/>
          </p:nvSpPr>
          <p:spPr>
            <a:xfrm>
              <a:off x="2336512" y="-10376"/>
              <a:ext cx="1330247" cy="603188"/>
            </a:xfrm>
            <a:custGeom>
              <a:avLst/>
              <a:gdLst>
                <a:gd name="connsiteX0" fmla="*/ 0 w 1911968"/>
                <a:gd name="connsiteY0" fmla="*/ 0 h 866964"/>
                <a:gd name="connsiteX1" fmla="*/ 1911968 w 1911968"/>
                <a:gd name="connsiteY1" fmla="*/ 0 h 866964"/>
                <a:gd name="connsiteX2" fmla="*/ 1911621 w 1911968"/>
                <a:gd name="connsiteY2" fmla="*/ 335832 h 866964"/>
                <a:gd name="connsiteX3" fmla="*/ 956364 w 1911968"/>
                <a:gd name="connsiteY3" fmla="*/ 866964 h 866964"/>
                <a:gd name="connsiteX4" fmla="*/ 0 w 1911968"/>
                <a:gd name="connsiteY4" fmla="*/ 335755 h 8669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1968" h="866964">
                  <a:moveTo>
                    <a:pt x="0" y="0"/>
                  </a:moveTo>
                  <a:lnTo>
                    <a:pt x="1911968" y="0"/>
                  </a:lnTo>
                  <a:lnTo>
                    <a:pt x="1911621" y="335832"/>
                  </a:lnTo>
                  <a:lnTo>
                    <a:pt x="956364" y="866964"/>
                  </a:lnTo>
                  <a:lnTo>
                    <a:pt x="0" y="335755"/>
                  </a:lnTo>
                  <a:close/>
                </a:path>
              </a:pathLst>
            </a:custGeom>
            <a:noFill/>
            <a:ln w="190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4" name="Freeform 13">
              <a:extLst>
                <a:ext uri="{FF2B5EF4-FFF2-40B4-BE49-F238E27FC236}">
                  <a16:creationId xmlns:a16="http://schemas.microsoft.com/office/drawing/2014/main" id="{3B6E5B6F-28D6-E7F3-B009-0B5623E38F22}"/>
                </a:ext>
              </a:extLst>
            </p:cNvPr>
            <p:cNvSpPr/>
            <p:nvPr/>
          </p:nvSpPr>
          <p:spPr>
            <a:xfrm>
              <a:off x="8160084" y="-10376"/>
              <a:ext cx="1330247" cy="603188"/>
            </a:xfrm>
            <a:custGeom>
              <a:avLst/>
              <a:gdLst>
                <a:gd name="connsiteX0" fmla="*/ 0 w 1911968"/>
                <a:gd name="connsiteY0" fmla="*/ 0 h 866964"/>
                <a:gd name="connsiteX1" fmla="*/ 1911968 w 1911968"/>
                <a:gd name="connsiteY1" fmla="*/ 0 h 866964"/>
                <a:gd name="connsiteX2" fmla="*/ 1911621 w 1911968"/>
                <a:gd name="connsiteY2" fmla="*/ 335832 h 866964"/>
                <a:gd name="connsiteX3" fmla="*/ 956364 w 1911968"/>
                <a:gd name="connsiteY3" fmla="*/ 866964 h 866964"/>
                <a:gd name="connsiteX4" fmla="*/ 0 w 1911968"/>
                <a:gd name="connsiteY4" fmla="*/ 335755 h 8669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1968" h="866964">
                  <a:moveTo>
                    <a:pt x="0" y="0"/>
                  </a:moveTo>
                  <a:lnTo>
                    <a:pt x="1911968" y="0"/>
                  </a:lnTo>
                  <a:lnTo>
                    <a:pt x="1911621" y="335832"/>
                  </a:lnTo>
                  <a:lnTo>
                    <a:pt x="956364" y="866964"/>
                  </a:lnTo>
                  <a:lnTo>
                    <a:pt x="0" y="335755"/>
                  </a:lnTo>
                  <a:close/>
                </a:path>
              </a:pathLst>
            </a:custGeom>
            <a:noFill/>
            <a:ln w="190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5" name="Freeform 14">
              <a:extLst>
                <a:ext uri="{FF2B5EF4-FFF2-40B4-BE49-F238E27FC236}">
                  <a16:creationId xmlns:a16="http://schemas.microsoft.com/office/drawing/2014/main" id="{4817D92F-B8AA-2300-DC90-9AA1D5E54408}"/>
                </a:ext>
              </a:extLst>
            </p:cNvPr>
            <p:cNvSpPr/>
            <p:nvPr/>
          </p:nvSpPr>
          <p:spPr>
            <a:xfrm>
              <a:off x="9615216" y="0"/>
              <a:ext cx="1330247" cy="603188"/>
            </a:xfrm>
            <a:custGeom>
              <a:avLst/>
              <a:gdLst>
                <a:gd name="connsiteX0" fmla="*/ 0 w 1911968"/>
                <a:gd name="connsiteY0" fmla="*/ 0 h 866964"/>
                <a:gd name="connsiteX1" fmla="*/ 1911968 w 1911968"/>
                <a:gd name="connsiteY1" fmla="*/ 0 h 866964"/>
                <a:gd name="connsiteX2" fmla="*/ 1911621 w 1911968"/>
                <a:gd name="connsiteY2" fmla="*/ 335832 h 866964"/>
                <a:gd name="connsiteX3" fmla="*/ 956364 w 1911968"/>
                <a:gd name="connsiteY3" fmla="*/ 866964 h 866964"/>
                <a:gd name="connsiteX4" fmla="*/ 0 w 1911968"/>
                <a:gd name="connsiteY4" fmla="*/ 335755 h 8669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1968" h="866964">
                  <a:moveTo>
                    <a:pt x="0" y="0"/>
                  </a:moveTo>
                  <a:lnTo>
                    <a:pt x="1911968" y="0"/>
                  </a:lnTo>
                  <a:lnTo>
                    <a:pt x="1911621" y="335832"/>
                  </a:lnTo>
                  <a:lnTo>
                    <a:pt x="956364" y="866964"/>
                  </a:lnTo>
                  <a:lnTo>
                    <a:pt x="0" y="335755"/>
                  </a:lnTo>
                  <a:close/>
                </a:path>
              </a:pathLst>
            </a:cu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6" name="Freeform: Shape 12">
              <a:extLst>
                <a:ext uri="{FF2B5EF4-FFF2-40B4-BE49-F238E27FC236}">
                  <a16:creationId xmlns:a16="http://schemas.microsoft.com/office/drawing/2014/main" id="{F40AC1C2-6632-AEFE-E7DF-2E1BB06D857A}"/>
                </a:ext>
              </a:extLst>
            </p:cNvPr>
            <p:cNvSpPr/>
            <p:nvPr/>
          </p:nvSpPr>
          <p:spPr>
            <a:xfrm>
              <a:off x="10342958" y="320527"/>
              <a:ext cx="1331054" cy="1502495"/>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800" noProof="0" dirty="0"/>
            </a:p>
          </p:txBody>
        </p:sp>
      </p:grpSp>
      <p:sp>
        <p:nvSpPr>
          <p:cNvPr id="2" name="Title 1"/>
          <p:cNvSpPr>
            <a:spLocks noGrp="1"/>
          </p:cNvSpPr>
          <p:nvPr>
            <p:ph type="title"/>
          </p:nvPr>
        </p:nvSpPr>
        <p:spPr>
          <a:xfrm>
            <a:off x="914400" y="2487168"/>
            <a:ext cx="4572000" cy="3383280"/>
          </a:xfrm>
        </p:spPr>
        <p:txBody>
          <a:bodyPr anchor="t">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a:xfrm>
            <a:off x="6217920" y="2487168"/>
            <a:ext cx="5029200" cy="3383280"/>
          </a:xfrm>
        </p:spPr>
        <p:txBody>
          <a:bodyPr/>
          <a:lstStyle>
            <a:lvl1pPr>
              <a:defRPr sz="1800"/>
            </a:lvl1pPr>
            <a:lvl2pPr>
              <a:defRPr sz="1800"/>
            </a:lvl2pPr>
            <a:lvl3pPr>
              <a:defRPr sz="18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9E57DC2-970A-4B3E-BB1C-7A09969E49DF}" type="slidenum">
              <a:rPr lang="en-US" dirty="0"/>
              <a:t>‹#›</a:t>
            </a:fld>
            <a:endParaRPr lang="en-US" dirty="0"/>
          </a:p>
        </p:txBody>
      </p:sp>
    </p:spTree>
    <p:extLst>
      <p:ext uri="{BB962C8B-B14F-4D97-AF65-F5344CB8AC3E}">
        <p14:creationId xmlns:p14="http://schemas.microsoft.com/office/powerpoint/2010/main" val="45378740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ection break with image">
    <p:bg>
      <p:bgPr>
        <a:solidFill>
          <a:schemeClr val="accent6"/>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EC2501B-DEA6-190E-3633-E32F635B7CE1}"/>
              </a:ext>
            </a:extLst>
          </p:cNvPr>
          <p:cNvSpPr>
            <a:spLocks noGrp="1"/>
          </p:cNvSpPr>
          <p:nvPr>
            <p:ph type="title"/>
          </p:nvPr>
        </p:nvSpPr>
        <p:spPr>
          <a:xfrm>
            <a:off x="1143000" y="3200400"/>
            <a:ext cx="5029200" cy="2743200"/>
          </a:xfrm>
        </p:spPr>
        <p:txBody>
          <a:bodyPr anchor="t">
            <a:normAutofit/>
          </a:bodyPr>
          <a:lstStyle>
            <a:lvl1pPr>
              <a:defRPr sz="4800"/>
            </a:lvl1pPr>
          </a:lstStyle>
          <a:p>
            <a:r>
              <a:rPr lang="en-US" noProof="0"/>
              <a:t>Click to edit Master title style</a:t>
            </a:r>
            <a:endParaRPr lang="en-US" noProof="0" dirty="0"/>
          </a:p>
        </p:txBody>
      </p:sp>
      <p:pic>
        <p:nvPicPr>
          <p:cNvPr id="10" name="Picture Placeholder 31">
            <a:extLst>
              <a:ext uri="{FF2B5EF4-FFF2-40B4-BE49-F238E27FC236}">
                <a16:creationId xmlns:a16="http://schemas.microsoft.com/office/drawing/2014/main" id="{373D33A6-83B0-5538-2873-8856E4E60DC0}"/>
              </a:ext>
              <a:ext uri="{C183D7F6-B498-43B3-948B-1728B52AA6E4}">
                <adec:decorative xmlns:adec="http://schemas.microsoft.com/office/drawing/2017/decorative" val="1"/>
              </a:ext>
            </a:extLst>
          </p:cNvPr>
          <p:cNvPicPr>
            <a:picLocks noChangeAspect="1"/>
          </p:cNvPicPr>
          <p:nvPr userDrawn="1"/>
        </p:nvPicPr>
        <p:blipFill>
          <a:blip r:embed="rId2" cstate="print">
            <a:extLst>
              <a:ext uri="{28A0092B-C50C-407E-A947-70E740481C1C}">
                <a14:useLocalDpi xmlns:a14="http://schemas.microsoft.com/office/drawing/2010/main"/>
              </a:ext>
            </a:extLst>
          </a:blip>
          <a:srcRect t="2555" b="2555"/>
          <a:stretch>
            <a:fillRect/>
          </a:stretch>
        </p:blipFill>
        <p:spPr>
          <a:xfrm>
            <a:off x="6504265" y="3029080"/>
            <a:ext cx="1570617" cy="1796820"/>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a:solidFill>
            <a:schemeClr val="accent5">
              <a:alpha val="30000"/>
            </a:schemeClr>
          </a:solidFill>
        </p:spPr>
      </p:pic>
      <p:sp>
        <p:nvSpPr>
          <p:cNvPr id="7" name="Content placeholder 47">
            <a:extLst>
              <a:ext uri="{FF2B5EF4-FFF2-40B4-BE49-F238E27FC236}">
                <a16:creationId xmlns:a16="http://schemas.microsoft.com/office/drawing/2014/main" id="{3944D979-8121-82AA-A130-38072F1EA83F}"/>
              </a:ext>
            </a:extLst>
          </p:cNvPr>
          <p:cNvSpPr>
            <a:spLocks noGrp="1"/>
          </p:cNvSpPr>
          <p:nvPr>
            <p:ph type="pic" sz="quarter" idx="47" hasCustomPrompt="1"/>
          </p:nvPr>
        </p:nvSpPr>
        <p:spPr>
          <a:xfrm>
            <a:off x="7493157" y="529148"/>
            <a:ext cx="4248873" cy="4731130"/>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p:spPr>
        <p:txBody>
          <a:bodyPr anchor="ctr">
            <a:noAutofit/>
          </a:bodyPr>
          <a:lstStyle>
            <a:lvl1pPr marL="0" indent="0" algn="ctr">
              <a:buNone/>
              <a:defRPr>
                <a:solidFill>
                  <a:schemeClr val="bg1"/>
                </a:solidFill>
              </a:defRPr>
            </a:lvl1pPr>
          </a:lstStyle>
          <a:p>
            <a:r>
              <a:rPr lang="en-US" altLang="zh-CN" noProof="0" dirty="0"/>
              <a:t>Click icon to add picture≈≈</a:t>
            </a:r>
          </a:p>
        </p:txBody>
      </p:sp>
      <p:sp>
        <p:nvSpPr>
          <p:cNvPr id="27" name="Content placeholder 47" descr="Click icon to add picture">
            <a:extLst>
              <a:ext uri="{FF2B5EF4-FFF2-40B4-BE49-F238E27FC236}">
                <a16:creationId xmlns:a16="http://schemas.microsoft.com/office/drawing/2014/main" id="{EA8265B5-83C5-4AE9-88AB-3F2443B57F00}"/>
              </a:ext>
            </a:extLst>
          </p:cNvPr>
          <p:cNvSpPr>
            <a:spLocks noGrp="1"/>
          </p:cNvSpPr>
          <p:nvPr>
            <p:ph type="body" sz="quarter" idx="28"/>
          </p:nvPr>
        </p:nvSpPr>
        <p:spPr>
          <a:xfrm>
            <a:off x="1261872" y="2240280"/>
            <a:ext cx="5029200" cy="760288"/>
          </a:xfrm>
          <a:prstGeom prst="rect">
            <a:avLst/>
          </a:prstGeom>
        </p:spPr>
        <p:txBody>
          <a:bodyPr anchor="b">
            <a:normAutofit/>
          </a:bodyPr>
          <a:lstStyle>
            <a:lvl1pPr marL="0" indent="0">
              <a:lnSpc>
                <a:spcPct val="100000"/>
              </a:lnSpc>
              <a:buNone/>
              <a:defRPr sz="2000" b="0">
                <a:solidFill>
                  <a:schemeClr val="bg1"/>
                </a:solidFill>
              </a:defRPr>
            </a:lvl1pPr>
            <a:lvl2pPr>
              <a:defRPr sz="1000"/>
            </a:lvl2pPr>
            <a:lvl3pPr>
              <a:defRPr sz="900"/>
            </a:lvl3pPr>
            <a:lvl4pPr>
              <a:defRPr sz="800"/>
            </a:lvl4pPr>
            <a:lvl5pPr>
              <a:defRPr sz="800"/>
            </a:lvl5pPr>
          </a:lstStyle>
          <a:p>
            <a:pPr lvl="0"/>
            <a:r>
              <a:rPr lang="en-US" altLang="zh-CN" noProof="0"/>
              <a:t>Click to edit Master text styles</a:t>
            </a:r>
          </a:p>
        </p:txBody>
      </p:sp>
      <p:sp>
        <p:nvSpPr>
          <p:cNvPr id="5" name="Freeform: Shape 25">
            <a:extLst>
              <a:ext uri="{FF2B5EF4-FFF2-40B4-BE49-F238E27FC236}">
                <a16:creationId xmlns:a16="http://schemas.microsoft.com/office/drawing/2014/main" id="{8A1DBD66-3066-DF70-EF94-95DF0D7A6503}"/>
              </a:ext>
            </a:extLst>
          </p:cNvPr>
          <p:cNvSpPr/>
          <p:nvPr userDrawn="1"/>
        </p:nvSpPr>
        <p:spPr>
          <a:xfrm flipH="1">
            <a:off x="7400972" y="4594440"/>
            <a:ext cx="1347680" cy="1581179"/>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6" name="Freeform: Shape 11">
            <a:extLst>
              <a:ext uri="{FF2B5EF4-FFF2-40B4-BE49-F238E27FC236}">
                <a16:creationId xmlns:a16="http://schemas.microsoft.com/office/drawing/2014/main" id="{D2CC929C-40BF-4EF5-7910-7F657CAF8CA9}"/>
              </a:ext>
            </a:extLst>
          </p:cNvPr>
          <p:cNvSpPr/>
          <p:nvPr userDrawn="1"/>
        </p:nvSpPr>
        <p:spPr>
          <a:xfrm>
            <a:off x="6521016" y="4772906"/>
            <a:ext cx="663381" cy="758922"/>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98682" h="5032188">
                <a:moveTo>
                  <a:pt x="2187388" y="0"/>
                </a:moveTo>
                <a:lnTo>
                  <a:pt x="4386729" y="1261035"/>
                </a:lnTo>
                <a:cubicBezTo>
                  <a:pt x="4390713" y="2103718"/>
                  <a:pt x="4394698" y="2946400"/>
                  <a:pt x="4398682" y="3789083"/>
                </a:cubicBezTo>
                <a:lnTo>
                  <a:pt x="2193365" y="5032188"/>
                </a:lnTo>
                <a:lnTo>
                  <a:pt x="0" y="3783106"/>
                </a:lnTo>
                <a:lnTo>
                  <a:pt x="0" y="1267012"/>
                </a:lnTo>
                <a:lnTo>
                  <a:pt x="2187388" y="0"/>
                </a:lnTo>
                <a:close/>
              </a:path>
            </a:pathLst>
          </a:custGeom>
          <a:solidFill>
            <a:schemeClr val="accent2"/>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Posterama Text SemiBold"/>
              <a:ea typeface="+mn-ea"/>
              <a:cs typeface="+mn-cs"/>
            </a:endParaRPr>
          </a:p>
        </p:txBody>
      </p:sp>
      <p:cxnSp>
        <p:nvCxnSpPr>
          <p:cNvPr id="9" name="Straight Connector 2">
            <a:extLst>
              <a:ext uri="{FF2B5EF4-FFF2-40B4-BE49-F238E27FC236}">
                <a16:creationId xmlns:a16="http://schemas.microsoft.com/office/drawing/2014/main" id="{66E94398-47F0-267C-6791-5C30B1CEF496}"/>
              </a:ext>
            </a:extLst>
          </p:cNvPr>
          <p:cNvCxnSpPr/>
          <p:nvPr userDrawn="1"/>
        </p:nvCxnSpPr>
        <p:spPr>
          <a:xfrm>
            <a:off x="1142663" y="2282891"/>
            <a:ext cx="0" cy="760288"/>
          </a:xfrm>
          <a:prstGeom prst="line">
            <a:avLst/>
          </a:prstGeom>
          <a:noFill/>
          <a:ln w="19050" cap="flat" cmpd="sng" algn="ctr">
            <a:solidFill>
              <a:srgbClr val="D84400"/>
            </a:solidFill>
            <a:prstDash val="solid"/>
            <a:miter lim="800000"/>
          </a:ln>
          <a:effectLst/>
        </p:spPr>
      </p:cxnSp>
    </p:spTree>
    <p:extLst>
      <p:ext uri="{BB962C8B-B14F-4D97-AF65-F5344CB8AC3E}">
        <p14:creationId xmlns:p14="http://schemas.microsoft.com/office/powerpoint/2010/main" val="777926280"/>
      </p:ext>
    </p:extLst>
  </p:cSld>
  <p:clrMapOvr>
    <a:masterClrMapping/>
  </p:clrMapOvr>
  <p:extLst>
    <p:ext uri="{DCECCB84-F9BA-43D5-87BE-67443E8EF086}">
      <p15:sldGuideLst xmlns:p15="http://schemas.microsoft.com/office/powerpoint/2012/main">
        <p15:guide id="1" pos="528">
          <p15:clr>
            <a:srgbClr val="FBAE40"/>
          </p15:clr>
        </p15:guide>
        <p15:guide id="2" orient="horz" pos="528">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wo content 01">
    <p:spTree>
      <p:nvGrpSpPr>
        <p:cNvPr id="1" name=""/>
        <p:cNvGrpSpPr/>
        <p:nvPr/>
      </p:nvGrpSpPr>
      <p:grpSpPr>
        <a:xfrm>
          <a:off x="0" y="0"/>
          <a:ext cx="0" cy="0"/>
          <a:chOff x="0" y="0"/>
          <a:chExt cx="0" cy="0"/>
        </a:xfrm>
      </p:grpSpPr>
      <p:sp>
        <p:nvSpPr>
          <p:cNvPr id="11" name="Title Placeholder 4">
            <a:extLst>
              <a:ext uri="{FF2B5EF4-FFF2-40B4-BE49-F238E27FC236}">
                <a16:creationId xmlns:a16="http://schemas.microsoft.com/office/drawing/2014/main" id="{05751864-B11A-0286-13EA-2AC2A2C8DD5D}"/>
              </a:ext>
            </a:extLst>
          </p:cNvPr>
          <p:cNvSpPr>
            <a:spLocks noGrp="1"/>
          </p:cNvSpPr>
          <p:nvPr>
            <p:ph type="title"/>
          </p:nvPr>
        </p:nvSpPr>
        <p:spPr>
          <a:xfrm>
            <a:off x="914400" y="731520"/>
            <a:ext cx="4663440" cy="1737360"/>
          </a:xfrm>
          <a:prstGeom prst="rect">
            <a:avLst/>
          </a:prstGeom>
        </p:spPr>
        <p:txBody>
          <a:bodyPr vert="horz" lIns="91440" tIns="45720" rIns="91440" bIns="45720" rtlCol="0" anchor="t">
            <a:normAutofit/>
          </a:bodyPr>
          <a:lstStyle>
            <a:lvl1pPr>
              <a:defRPr sz="36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83E7A93C-2947-B6E4-C693-7C485DDC0135}"/>
              </a:ext>
            </a:extLst>
          </p:cNvPr>
          <p:cNvSpPr>
            <a:spLocks noGrp="1"/>
          </p:cNvSpPr>
          <p:nvPr>
            <p:ph idx="1"/>
          </p:nvPr>
        </p:nvSpPr>
        <p:spPr>
          <a:xfrm>
            <a:off x="5852160" y="731520"/>
            <a:ext cx="5486400" cy="1737360"/>
          </a:xfrm>
        </p:spPr>
        <p:txBody>
          <a:bodyPr>
            <a:normAutofit/>
          </a:bodyPr>
          <a:lstStyle>
            <a:lvl1pPr>
              <a:defRPr sz="1800"/>
            </a:lvl1pPr>
            <a:lvl2pPr>
              <a:defRPr sz="1800"/>
            </a:lvl2pPr>
            <a:lvl3pPr>
              <a:defRPr sz="18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Content Placeholder 2">
            <a:extLst>
              <a:ext uri="{FF2B5EF4-FFF2-40B4-BE49-F238E27FC236}">
                <a16:creationId xmlns:a16="http://schemas.microsoft.com/office/drawing/2014/main" id="{E8A3F288-990F-014E-F099-1E3091477CA7}"/>
              </a:ext>
            </a:extLst>
          </p:cNvPr>
          <p:cNvSpPr>
            <a:spLocks noGrp="1"/>
          </p:cNvSpPr>
          <p:nvPr>
            <p:ph idx="30"/>
          </p:nvPr>
        </p:nvSpPr>
        <p:spPr>
          <a:xfrm>
            <a:off x="914400" y="2743200"/>
            <a:ext cx="8348472" cy="3374136"/>
          </a:xfrm>
        </p:spPr>
        <p:txBody>
          <a:bodyPr>
            <a:normAutofit/>
          </a:bodyPr>
          <a:lstStyle>
            <a:lvl1pPr>
              <a:defRPr sz="1800"/>
            </a:lvl1pPr>
            <a:lvl2pPr>
              <a:defRPr sz="1800"/>
            </a:lvl2pPr>
            <a:lvl3pPr>
              <a:defRPr sz="18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Freeform: Shape 5">
            <a:extLst>
              <a:ext uri="{FF2B5EF4-FFF2-40B4-BE49-F238E27FC236}">
                <a16:creationId xmlns:a16="http://schemas.microsoft.com/office/drawing/2014/main" id="{3F619E6B-153E-B522-47EB-4104C405736C}"/>
              </a:ext>
            </a:extLst>
          </p:cNvPr>
          <p:cNvSpPr/>
          <p:nvPr userDrawn="1"/>
        </p:nvSpPr>
        <p:spPr>
          <a:xfrm>
            <a:off x="10551278" y="4665388"/>
            <a:ext cx="603952" cy="681742"/>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12" name="Freeform 11">
            <a:extLst>
              <a:ext uri="{FF2B5EF4-FFF2-40B4-BE49-F238E27FC236}">
                <a16:creationId xmlns:a16="http://schemas.microsoft.com/office/drawing/2014/main" id="{687A7B3D-E004-6D6A-5979-8F1BADBC9237}"/>
              </a:ext>
            </a:extLst>
          </p:cNvPr>
          <p:cNvSpPr/>
          <p:nvPr userDrawn="1"/>
        </p:nvSpPr>
        <p:spPr>
          <a:xfrm>
            <a:off x="10524774" y="5146146"/>
            <a:ext cx="1667226" cy="1711855"/>
          </a:xfrm>
          <a:custGeom>
            <a:avLst/>
            <a:gdLst>
              <a:gd name="connsiteX0" fmla="*/ 998834 w 1667226"/>
              <a:gd name="connsiteY0" fmla="*/ 0 h 1711855"/>
              <a:gd name="connsiteX1" fmla="*/ 1667226 w 1667226"/>
              <a:gd name="connsiteY1" fmla="*/ 373790 h 1711855"/>
              <a:gd name="connsiteX2" fmla="*/ 1667226 w 1667226"/>
              <a:gd name="connsiteY2" fmla="*/ 1711855 h 1711855"/>
              <a:gd name="connsiteX3" fmla="*/ 48502 w 1667226"/>
              <a:gd name="connsiteY3" fmla="*/ 1711855 h 1711855"/>
              <a:gd name="connsiteX4" fmla="*/ 0 w 1667226"/>
              <a:gd name="connsiteY4" fmla="*/ 1684915 h 1711855"/>
              <a:gd name="connsiteX5" fmla="*/ 0 w 1667226"/>
              <a:gd name="connsiteY5" fmla="*/ 564300 h 17118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67226" h="1711855">
                <a:moveTo>
                  <a:pt x="998834" y="0"/>
                </a:moveTo>
                <a:lnTo>
                  <a:pt x="1667226" y="373790"/>
                </a:lnTo>
                <a:lnTo>
                  <a:pt x="1667226" y="1711855"/>
                </a:lnTo>
                <a:lnTo>
                  <a:pt x="48502" y="1711855"/>
                </a:lnTo>
                <a:lnTo>
                  <a:pt x="0" y="1684915"/>
                </a:lnTo>
                <a:lnTo>
                  <a:pt x="0" y="564300"/>
                </a:lnTo>
                <a:close/>
              </a:path>
            </a:pathLst>
          </a:cu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3" name="Freeform: Shape 11">
            <a:extLst>
              <a:ext uri="{FF2B5EF4-FFF2-40B4-BE49-F238E27FC236}">
                <a16:creationId xmlns:a16="http://schemas.microsoft.com/office/drawing/2014/main" id="{A4CA3A93-BDBF-112D-54A0-05BF6B06BCC1}"/>
              </a:ext>
            </a:extLst>
          </p:cNvPr>
          <p:cNvSpPr/>
          <p:nvPr userDrawn="1"/>
        </p:nvSpPr>
        <p:spPr>
          <a:xfrm>
            <a:off x="10177285" y="5347130"/>
            <a:ext cx="748554" cy="856361"/>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98682" h="5032188">
                <a:moveTo>
                  <a:pt x="2187388" y="0"/>
                </a:moveTo>
                <a:lnTo>
                  <a:pt x="4386729" y="1261035"/>
                </a:lnTo>
                <a:cubicBezTo>
                  <a:pt x="4390713" y="2103718"/>
                  <a:pt x="4394698" y="2946400"/>
                  <a:pt x="4398682" y="3789083"/>
                </a:cubicBezTo>
                <a:lnTo>
                  <a:pt x="2193365" y="5032188"/>
                </a:lnTo>
                <a:lnTo>
                  <a:pt x="0" y="3783106"/>
                </a:lnTo>
                <a:lnTo>
                  <a:pt x="0" y="1267012"/>
                </a:lnTo>
                <a:lnTo>
                  <a:pt x="2187388" y="0"/>
                </a:lnTo>
                <a:close/>
              </a:path>
            </a:pathLst>
          </a:custGeom>
          <a:solidFill>
            <a:schemeClr val="accent2"/>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Posterama Text SemiBold"/>
              <a:ea typeface="+mn-ea"/>
              <a:cs typeface="+mn-cs"/>
            </a:endParaRPr>
          </a:p>
        </p:txBody>
      </p:sp>
      <p:sp>
        <p:nvSpPr>
          <p:cNvPr id="2" name="Footer Placeholder 1">
            <a:extLst>
              <a:ext uri="{FF2B5EF4-FFF2-40B4-BE49-F238E27FC236}">
                <a16:creationId xmlns:a16="http://schemas.microsoft.com/office/drawing/2014/main" id="{5F7A154B-D8F5-C1FB-307D-496380875BD1}"/>
              </a:ext>
            </a:extLst>
          </p:cNvPr>
          <p:cNvSpPr>
            <a:spLocks noGrp="1"/>
          </p:cNvSpPr>
          <p:nvPr>
            <p:ph type="ftr" sz="quarter" idx="28"/>
          </p:nvPr>
        </p:nvSpPr>
        <p:spPr/>
        <p:txBody>
          <a:bodyPr>
            <a:noAutofit/>
          </a:bodyPr>
          <a:lstStyle/>
          <a:p>
            <a:endParaRPr lang="en-US" noProof="0" dirty="0"/>
          </a:p>
        </p:txBody>
      </p:sp>
      <p:sp>
        <p:nvSpPr>
          <p:cNvPr id="5" name="Slide Number Placeholder 4">
            <a:extLst>
              <a:ext uri="{FF2B5EF4-FFF2-40B4-BE49-F238E27FC236}">
                <a16:creationId xmlns:a16="http://schemas.microsoft.com/office/drawing/2014/main" id="{D728715E-D2CE-A33E-1A28-4E627F239BBE}"/>
              </a:ext>
            </a:extLst>
          </p:cNvPr>
          <p:cNvSpPr>
            <a:spLocks noGrp="1"/>
          </p:cNvSpPr>
          <p:nvPr>
            <p:ph type="sldNum" sz="quarter" idx="29"/>
          </p:nvPr>
        </p:nvSpPr>
        <p:spPr/>
        <p:txBody>
          <a:bodyPr>
            <a:noAutofit/>
          </a:bodyPr>
          <a:lstStyle/>
          <a:p>
            <a:fld id="{47FEACEE-25B4-4A2D-B147-27296E36371D}" type="slidenum">
              <a:rPr lang="en-US" altLang="zh-CN" noProof="0" smtClean="0"/>
              <a:pPr/>
              <a:t>‹#›</a:t>
            </a:fld>
            <a:endParaRPr lang="en-US" altLang="zh-CN" noProof="0" dirty="0"/>
          </a:p>
        </p:txBody>
      </p:sp>
    </p:spTree>
    <p:extLst>
      <p:ext uri="{BB962C8B-B14F-4D97-AF65-F5344CB8AC3E}">
        <p14:creationId xmlns:p14="http://schemas.microsoft.com/office/powerpoint/2010/main" val="212125630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content with image">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50C1D3CF-F6AF-93EB-C40E-C278E58442C0}"/>
              </a:ext>
            </a:extLst>
          </p:cNvPr>
          <p:cNvSpPr>
            <a:spLocks noGrp="1"/>
          </p:cNvSpPr>
          <p:nvPr>
            <p:ph type="title"/>
          </p:nvPr>
        </p:nvSpPr>
        <p:spPr>
          <a:xfrm>
            <a:off x="914400" y="731520"/>
            <a:ext cx="3931920" cy="2103120"/>
          </a:xfrm>
        </p:spPr>
        <p:txBody>
          <a:bodyPr anchor="b">
            <a:normAutofit/>
          </a:bodyPr>
          <a:lstStyle>
            <a:lvl1pPr>
              <a:defRPr sz="3600"/>
            </a:lvl1pPr>
          </a:lstStyle>
          <a:p>
            <a:r>
              <a:rPr lang="en-US"/>
              <a:t>Click to edit Master title style</a:t>
            </a:r>
            <a:endParaRPr lang="en-US" dirty="0"/>
          </a:p>
        </p:txBody>
      </p:sp>
      <p:sp>
        <p:nvSpPr>
          <p:cNvPr id="9" name="Content Placeholder 2">
            <a:extLst>
              <a:ext uri="{FF2B5EF4-FFF2-40B4-BE49-F238E27FC236}">
                <a16:creationId xmlns:a16="http://schemas.microsoft.com/office/drawing/2014/main" id="{2317990C-ED42-30BE-0501-F9C5B4A48B73}"/>
              </a:ext>
            </a:extLst>
          </p:cNvPr>
          <p:cNvSpPr>
            <a:spLocks noGrp="1"/>
          </p:cNvSpPr>
          <p:nvPr>
            <p:ph idx="1"/>
          </p:nvPr>
        </p:nvSpPr>
        <p:spPr>
          <a:xfrm>
            <a:off x="914400" y="3108960"/>
            <a:ext cx="3931920" cy="2651760"/>
          </a:xfrm>
        </p:spPr>
        <p:txBody>
          <a:bodyPr>
            <a:normAutofit/>
          </a:bodyPr>
          <a:lstStyle>
            <a:lvl1pPr>
              <a:defRPr sz="1800"/>
            </a:lvl1pPr>
            <a:lvl2pPr>
              <a:defRPr sz="1800"/>
            </a:lvl2pPr>
            <a:lvl3pPr>
              <a:defRPr sz="18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8" name="Picture Placeholder 7">
            <a:extLst>
              <a:ext uri="{FF2B5EF4-FFF2-40B4-BE49-F238E27FC236}">
                <a16:creationId xmlns:a16="http://schemas.microsoft.com/office/drawing/2014/main" id="{4AC62875-1B1B-E814-6549-162A8DBF8929}"/>
              </a:ext>
            </a:extLst>
          </p:cNvPr>
          <p:cNvSpPr>
            <a:spLocks noGrp="1"/>
          </p:cNvSpPr>
          <p:nvPr>
            <p:ph type="pic" sz="quarter" idx="54"/>
          </p:nvPr>
        </p:nvSpPr>
        <p:spPr>
          <a:xfrm>
            <a:off x="5745002" y="0"/>
            <a:ext cx="6446999" cy="6858000"/>
          </a:xfrm>
          <a:custGeom>
            <a:avLst/>
            <a:gdLst>
              <a:gd name="connsiteX0" fmla="*/ 2513726 w 6446999"/>
              <a:gd name="connsiteY0" fmla="*/ 0 h 6858000"/>
              <a:gd name="connsiteX1" fmla="*/ 4301949 w 6446999"/>
              <a:gd name="connsiteY1" fmla="*/ 0 h 6858000"/>
              <a:gd name="connsiteX2" fmla="*/ 6446999 w 6446999"/>
              <a:gd name="connsiteY2" fmla="*/ 1338386 h 6858000"/>
              <a:gd name="connsiteX3" fmla="*/ 6446999 w 6446999"/>
              <a:gd name="connsiteY3" fmla="*/ 5624376 h 6858000"/>
              <a:gd name="connsiteX4" fmla="*/ 4342124 w 6446999"/>
              <a:gd name="connsiteY4" fmla="*/ 6858000 h 6858000"/>
              <a:gd name="connsiteX5" fmla="*/ 2553921 w 6446999"/>
              <a:gd name="connsiteY5" fmla="*/ 6858000 h 6858000"/>
              <a:gd name="connsiteX6" fmla="*/ 661 w 6446999"/>
              <a:gd name="connsiteY6" fmla="*/ 5339864 h 6858000"/>
              <a:gd name="connsiteX7" fmla="*/ 299 w 6446999"/>
              <a:gd name="connsiteY7" fmla="*/ 139604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446999" h="6858000">
                <a:moveTo>
                  <a:pt x="2513726" y="0"/>
                </a:moveTo>
                <a:lnTo>
                  <a:pt x="4301949" y="0"/>
                </a:lnTo>
                <a:lnTo>
                  <a:pt x="6446999" y="1338386"/>
                </a:lnTo>
                <a:lnTo>
                  <a:pt x="6446999" y="5624376"/>
                </a:lnTo>
                <a:lnTo>
                  <a:pt x="4342124" y="6858000"/>
                </a:lnTo>
                <a:lnTo>
                  <a:pt x="2553921" y="6858000"/>
                </a:lnTo>
                <a:lnTo>
                  <a:pt x="661" y="5339864"/>
                </a:lnTo>
                <a:cubicBezTo>
                  <a:pt x="-1473" y="4048155"/>
                  <a:pt x="2433" y="2687753"/>
                  <a:pt x="299" y="1396044"/>
                </a:cubicBezTo>
                <a:close/>
              </a:path>
            </a:pathLst>
          </a:custGeom>
        </p:spPr>
        <p:txBody>
          <a:bodyPr wrap="square" anchor="ctr">
            <a:noAutofit/>
          </a:bodyPr>
          <a:lstStyle>
            <a:lvl1pPr marL="0" indent="0">
              <a:buNone/>
              <a:defRPr sz="1600"/>
            </a:lvl1pPr>
          </a:lstStyle>
          <a:p>
            <a:r>
              <a:rPr lang="en-US"/>
              <a:t>Click icon to add picture</a:t>
            </a:r>
            <a:endParaRPr lang="en-US" dirty="0"/>
          </a:p>
        </p:txBody>
      </p:sp>
      <p:sp>
        <p:nvSpPr>
          <p:cNvPr id="5" name="Footer Placeholder 4">
            <a:extLst>
              <a:ext uri="{FF2B5EF4-FFF2-40B4-BE49-F238E27FC236}">
                <a16:creationId xmlns:a16="http://schemas.microsoft.com/office/drawing/2014/main" id="{41F6C45B-70BB-86F1-1866-F93BEC26ACF8}"/>
              </a:ext>
            </a:extLst>
          </p:cNvPr>
          <p:cNvSpPr>
            <a:spLocks noGrp="1"/>
          </p:cNvSpPr>
          <p:nvPr>
            <p:ph type="ftr" sz="quarter" idx="52"/>
          </p:nvPr>
        </p:nvSpPr>
        <p:spPr/>
        <p:txBody>
          <a:bodyPr>
            <a:noAutofit/>
          </a:bodyPr>
          <a:lstStyle/>
          <a:p>
            <a:endParaRPr lang="en-US" noProof="0" dirty="0"/>
          </a:p>
        </p:txBody>
      </p:sp>
      <p:sp>
        <p:nvSpPr>
          <p:cNvPr id="7" name="Slide Number Placeholder 6">
            <a:extLst>
              <a:ext uri="{FF2B5EF4-FFF2-40B4-BE49-F238E27FC236}">
                <a16:creationId xmlns:a16="http://schemas.microsoft.com/office/drawing/2014/main" id="{0870044D-485D-043B-9D5B-C01AA8E06447}"/>
              </a:ext>
            </a:extLst>
          </p:cNvPr>
          <p:cNvSpPr>
            <a:spLocks noGrp="1"/>
          </p:cNvSpPr>
          <p:nvPr>
            <p:ph type="sldNum" sz="quarter" idx="53"/>
          </p:nvPr>
        </p:nvSpPr>
        <p:spPr/>
        <p:txBody>
          <a:bodyPr>
            <a:noAutofit/>
          </a:bodyPr>
          <a:lstStyle/>
          <a:p>
            <a:fld id="{47FEACEE-25B4-4A2D-B147-27296E36371D}" type="slidenum">
              <a:rPr lang="en-US" altLang="zh-CN" noProof="0" smtClean="0"/>
              <a:pPr/>
              <a:t>‹#›</a:t>
            </a:fld>
            <a:endParaRPr lang="en-US" altLang="zh-CN" noProof="0" dirty="0"/>
          </a:p>
        </p:txBody>
      </p:sp>
      <p:sp>
        <p:nvSpPr>
          <p:cNvPr id="2" name="Freeform: Shape 1">
            <a:extLst>
              <a:ext uri="{FF2B5EF4-FFF2-40B4-BE49-F238E27FC236}">
                <a16:creationId xmlns:a16="http://schemas.microsoft.com/office/drawing/2014/main" id="{D91FB993-29E1-3DBD-8335-7970016F8DE7}"/>
              </a:ext>
              <a:ext uri="{C183D7F6-B498-43B3-948B-1728B52AA6E4}">
                <adec:decorative xmlns:adec="http://schemas.microsoft.com/office/drawing/2017/decorative" val="1"/>
              </a:ext>
            </a:extLst>
          </p:cNvPr>
          <p:cNvSpPr/>
          <p:nvPr userDrawn="1"/>
        </p:nvSpPr>
        <p:spPr>
          <a:xfrm>
            <a:off x="5203802" y="480395"/>
            <a:ext cx="1896941" cy="2171612"/>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98682" h="5032188">
                <a:moveTo>
                  <a:pt x="2187388" y="0"/>
                </a:moveTo>
                <a:lnTo>
                  <a:pt x="4386729" y="1261035"/>
                </a:lnTo>
                <a:cubicBezTo>
                  <a:pt x="4390713" y="2103718"/>
                  <a:pt x="4394698" y="2946400"/>
                  <a:pt x="4398682" y="3789083"/>
                </a:cubicBezTo>
                <a:lnTo>
                  <a:pt x="2193365" y="5032188"/>
                </a:lnTo>
                <a:lnTo>
                  <a:pt x="0" y="3783106"/>
                </a:lnTo>
                <a:lnTo>
                  <a:pt x="0" y="1267012"/>
                </a:lnTo>
                <a:lnTo>
                  <a:pt x="2187388" y="0"/>
                </a:lnTo>
                <a:close/>
              </a:path>
            </a:pathLst>
          </a:custGeom>
          <a:noFill/>
          <a:ln w="19050" cap="flat" cmpd="sng" algn="ctr">
            <a:solidFill>
              <a:srgbClr val="C95B3A"/>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dirty="0">
              <a:ln>
                <a:noFill/>
              </a:ln>
              <a:solidFill>
                <a:srgbClr val="F7D952"/>
              </a:solidFill>
              <a:effectLst/>
              <a:uLnTx/>
              <a:uFillTx/>
              <a:latin typeface="Posterama Text SemiBold"/>
              <a:ea typeface="+mn-ea"/>
              <a:cs typeface="+mn-cs"/>
            </a:endParaRPr>
          </a:p>
        </p:txBody>
      </p:sp>
    </p:spTree>
    <p:extLst>
      <p:ext uri="{BB962C8B-B14F-4D97-AF65-F5344CB8AC3E}">
        <p14:creationId xmlns:p14="http://schemas.microsoft.com/office/powerpoint/2010/main" val="416125984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wo content 02">
    <p:spTree>
      <p:nvGrpSpPr>
        <p:cNvPr id="1" name=""/>
        <p:cNvGrpSpPr/>
        <p:nvPr/>
      </p:nvGrpSpPr>
      <p:grpSpPr>
        <a:xfrm>
          <a:off x="0" y="0"/>
          <a:ext cx="0" cy="0"/>
          <a:chOff x="0" y="0"/>
          <a:chExt cx="0" cy="0"/>
        </a:xfrm>
      </p:grpSpPr>
      <p:sp>
        <p:nvSpPr>
          <p:cNvPr id="4" name="Rectangle 13">
            <a:extLst>
              <a:ext uri="{FF2B5EF4-FFF2-40B4-BE49-F238E27FC236}">
                <a16:creationId xmlns:a16="http://schemas.microsoft.com/office/drawing/2014/main" id="{12BFFCE7-C68B-4904-8795-9589C3F38FD4}"/>
              </a:ext>
            </a:extLst>
          </p:cNvPr>
          <p:cNvSpPr/>
          <p:nvPr userDrawn="1"/>
        </p:nvSpPr>
        <p:spPr>
          <a:xfrm>
            <a:off x="636161" y="5854024"/>
            <a:ext cx="2330137" cy="708120"/>
          </a:xfrm>
          <a:prstGeom prst="rect">
            <a:avLst/>
          </a:prstGeom>
          <a:solidFill>
            <a:srgbClr val="0F26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noProof="0" dirty="0"/>
          </a:p>
        </p:txBody>
      </p:sp>
      <p:sp>
        <p:nvSpPr>
          <p:cNvPr id="2" name="Freeform: Shape 19">
            <a:extLst>
              <a:ext uri="{FF2B5EF4-FFF2-40B4-BE49-F238E27FC236}">
                <a16:creationId xmlns:a16="http://schemas.microsoft.com/office/drawing/2014/main" id="{9D307BA6-8A60-85D7-CC8B-894256DC4B90}"/>
              </a:ext>
            </a:extLst>
          </p:cNvPr>
          <p:cNvSpPr/>
          <p:nvPr userDrawn="1"/>
        </p:nvSpPr>
        <p:spPr>
          <a:xfrm>
            <a:off x="8517470" y="2248218"/>
            <a:ext cx="1886361" cy="2213189"/>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noProof="0" dirty="0"/>
          </a:p>
        </p:txBody>
      </p:sp>
      <p:sp>
        <p:nvSpPr>
          <p:cNvPr id="7" name="Freeform: Shape 19">
            <a:extLst>
              <a:ext uri="{FF2B5EF4-FFF2-40B4-BE49-F238E27FC236}">
                <a16:creationId xmlns:a16="http://schemas.microsoft.com/office/drawing/2014/main" id="{F38B75F8-75D4-4B41-B7C7-433032DD0A6F}"/>
              </a:ext>
            </a:extLst>
          </p:cNvPr>
          <p:cNvSpPr/>
          <p:nvPr userDrawn="1"/>
        </p:nvSpPr>
        <p:spPr>
          <a:xfrm>
            <a:off x="9578882" y="460803"/>
            <a:ext cx="1886361" cy="2213189"/>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noProof="0" dirty="0"/>
          </a:p>
        </p:txBody>
      </p:sp>
      <p:sp>
        <p:nvSpPr>
          <p:cNvPr id="8" name="Freeform: Shape 24">
            <a:extLst>
              <a:ext uri="{FF2B5EF4-FFF2-40B4-BE49-F238E27FC236}">
                <a16:creationId xmlns:a16="http://schemas.microsoft.com/office/drawing/2014/main" id="{671D1224-EDDC-4900-92DC-13608D44C524}"/>
              </a:ext>
            </a:extLst>
          </p:cNvPr>
          <p:cNvSpPr/>
          <p:nvPr userDrawn="1"/>
        </p:nvSpPr>
        <p:spPr>
          <a:xfrm>
            <a:off x="9522496" y="4057904"/>
            <a:ext cx="1886359" cy="2213189"/>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noProof="0" dirty="0"/>
          </a:p>
        </p:txBody>
      </p:sp>
      <p:sp>
        <p:nvSpPr>
          <p:cNvPr id="15" name="Freeform 14">
            <a:extLst>
              <a:ext uri="{FF2B5EF4-FFF2-40B4-BE49-F238E27FC236}">
                <a16:creationId xmlns:a16="http://schemas.microsoft.com/office/drawing/2014/main" id="{635A9E44-4E60-1AD1-0B85-72422683B48A}"/>
              </a:ext>
            </a:extLst>
          </p:cNvPr>
          <p:cNvSpPr/>
          <p:nvPr userDrawn="1"/>
        </p:nvSpPr>
        <p:spPr>
          <a:xfrm>
            <a:off x="11034052" y="3709992"/>
            <a:ext cx="1173188" cy="1502830"/>
          </a:xfrm>
          <a:custGeom>
            <a:avLst/>
            <a:gdLst>
              <a:gd name="connsiteX0" fmla="*/ 638572 w 1157948"/>
              <a:gd name="connsiteY0" fmla="*/ 0 h 1502830"/>
              <a:gd name="connsiteX1" fmla="*/ 0 w 1157948"/>
              <a:gd name="connsiteY1" fmla="*/ 378385 h 1502830"/>
              <a:gd name="connsiteX2" fmla="*/ 0 w 1157948"/>
              <a:gd name="connsiteY2" fmla="*/ 1129800 h 1502830"/>
              <a:gd name="connsiteX3" fmla="*/ 640317 w 1157948"/>
              <a:gd name="connsiteY3" fmla="*/ 1502830 h 1502830"/>
              <a:gd name="connsiteX4" fmla="*/ 1157948 w 1157948"/>
              <a:gd name="connsiteY4" fmla="*/ 1200968 h 1502830"/>
              <a:gd name="connsiteX5" fmla="*/ 1157948 w 1157948"/>
              <a:gd name="connsiteY5" fmla="*/ 304639 h 15028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57948" h="1502830">
                <a:moveTo>
                  <a:pt x="638572" y="0"/>
                </a:moveTo>
                <a:lnTo>
                  <a:pt x="0" y="378385"/>
                </a:lnTo>
                <a:lnTo>
                  <a:pt x="0" y="1129800"/>
                </a:lnTo>
                <a:lnTo>
                  <a:pt x="640317" y="1502830"/>
                </a:lnTo>
                <a:lnTo>
                  <a:pt x="1157948" y="1200968"/>
                </a:lnTo>
                <a:lnTo>
                  <a:pt x="1157948" y="304639"/>
                </a:lnTo>
                <a:close/>
              </a:path>
            </a:pathLst>
          </a:custGeom>
          <a:no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7" name="Title 1">
            <a:extLst>
              <a:ext uri="{FF2B5EF4-FFF2-40B4-BE49-F238E27FC236}">
                <a16:creationId xmlns:a16="http://schemas.microsoft.com/office/drawing/2014/main" id="{D041C638-CBB8-1159-9AF8-B5D14CC7BE0F}"/>
              </a:ext>
            </a:extLst>
          </p:cNvPr>
          <p:cNvSpPr>
            <a:spLocks noGrp="1"/>
          </p:cNvSpPr>
          <p:nvPr>
            <p:ph type="title"/>
          </p:nvPr>
        </p:nvSpPr>
        <p:spPr>
          <a:xfrm>
            <a:off x="914400" y="1060704"/>
            <a:ext cx="7132320" cy="1773936"/>
          </a:xfrm>
        </p:spPr>
        <p:txBody>
          <a:bodyPr anchor="b">
            <a:normAutofit/>
          </a:bodyPr>
          <a:lstStyle>
            <a:lvl1pPr>
              <a:defRPr sz="3600"/>
            </a:lvl1pPr>
          </a:lstStyle>
          <a:p>
            <a:r>
              <a:rPr lang="en-US" noProof="0"/>
              <a:t>Click to edit Master title style</a:t>
            </a:r>
            <a:endParaRPr lang="en-US" noProof="0" dirty="0"/>
          </a:p>
        </p:txBody>
      </p:sp>
      <p:sp>
        <p:nvSpPr>
          <p:cNvPr id="3" name="Content Placeholder 2">
            <a:extLst>
              <a:ext uri="{FF2B5EF4-FFF2-40B4-BE49-F238E27FC236}">
                <a16:creationId xmlns:a16="http://schemas.microsoft.com/office/drawing/2014/main" id="{E3E34C76-4814-6AFA-CEFD-F82B9ED9BB1D}"/>
              </a:ext>
            </a:extLst>
          </p:cNvPr>
          <p:cNvSpPr>
            <a:spLocks noGrp="1"/>
          </p:cNvSpPr>
          <p:nvPr>
            <p:ph idx="1"/>
          </p:nvPr>
        </p:nvSpPr>
        <p:spPr>
          <a:xfrm>
            <a:off x="914400" y="3108960"/>
            <a:ext cx="3291840" cy="2651760"/>
          </a:xfrm>
        </p:spPr>
        <p:txBody>
          <a:bodyPr/>
          <a:lstStyle>
            <a:lvl1pPr marL="0" indent="0">
              <a:buNone/>
              <a:defRPr sz="1800"/>
            </a:lvl1pPr>
            <a:lvl2pPr marL="347472">
              <a:defRPr sz="1800"/>
            </a:lvl2pPr>
            <a:lvl3pPr marL="731520">
              <a:defRPr sz="1800"/>
            </a:lvl3pPr>
            <a:lvl4pPr marL="1097280">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5" name="Content Placeholder 2">
            <a:extLst>
              <a:ext uri="{FF2B5EF4-FFF2-40B4-BE49-F238E27FC236}">
                <a16:creationId xmlns:a16="http://schemas.microsoft.com/office/drawing/2014/main" id="{D42F254A-B4C7-D072-FEB9-22F9A2B0CA64}"/>
              </a:ext>
            </a:extLst>
          </p:cNvPr>
          <p:cNvSpPr>
            <a:spLocks noGrp="1"/>
          </p:cNvSpPr>
          <p:nvPr>
            <p:ph idx="56"/>
          </p:nvPr>
        </p:nvSpPr>
        <p:spPr>
          <a:xfrm>
            <a:off x="4754880" y="3108960"/>
            <a:ext cx="3291840" cy="2651760"/>
          </a:xfrm>
        </p:spPr>
        <p:txBody>
          <a:bodyPr/>
          <a:lstStyle>
            <a:lvl1pPr marL="0" indent="0">
              <a:buNone/>
              <a:defRPr sz="1800"/>
            </a:lvl1pPr>
            <a:lvl2pPr marL="347472">
              <a:defRPr sz="1800"/>
            </a:lvl2pPr>
            <a:lvl3pPr marL="731520">
              <a:defRPr sz="1800"/>
            </a:lvl3pPr>
            <a:lvl4pPr marL="1097280">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9" name="Footer Placeholder 8">
            <a:extLst>
              <a:ext uri="{FF2B5EF4-FFF2-40B4-BE49-F238E27FC236}">
                <a16:creationId xmlns:a16="http://schemas.microsoft.com/office/drawing/2014/main" id="{85DBF4DF-D0B4-1DA6-0271-5D4033A9C19C}"/>
              </a:ext>
            </a:extLst>
          </p:cNvPr>
          <p:cNvSpPr>
            <a:spLocks noGrp="1"/>
          </p:cNvSpPr>
          <p:nvPr>
            <p:ph type="ftr" sz="quarter" idx="57"/>
          </p:nvPr>
        </p:nvSpPr>
        <p:spPr/>
        <p:txBody>
          <a:bodyPr/>
          <a:lstStyle/>
          <a:p>
            <a:endParaRPr lang="en-US" noProof="0" dirty="0"/>
          </a:p>
        </p:txBody>
      </p:sp>
      <p:sp>
        <p:nvSpPr>
          <p:cNvPr id="6" name="Slide Number Placeholder 5">
            <a:extLst>
              <a:ext uri="{FF2B5EF4-FFF2-40B4-BE49-F238E27FC236}">
                <a16:creationId xmlns:a16="http://schemas.microsoft.com/office/drawing/2014/main" id="{F507335A-F59E-2A6C-D2D6-F10391DA8D69}"/>
              </a:ext>
            </a:extLst>
          </p:cNvPr>
          <p:cNvSpPr>
            <a:spLocks noGrp="1"/>
          </p:cNvSpPr>
          <p:nvPr>
            <p:ph type="sldNum" sz="quarter" idx="55"/>
          </p:nvPr>
        </p:nvSpPr>
        <p:spPr/>
        <p:txBody>
          <a:bodyPr>
            <a:noAutofit/>
          </a:bodyPr>
          <a:lstStyle/>
          <a:p>
            <a:fld id="{47FEACEE-25B4-4A2D-B147-27296E36371D}" type="slidenum">
              <a:rPr lang="en-US" altLang="zh-CN" noProof="0" smtClean="0"/>
              <a:pPr/>
              <a:t>‹#›</a:t>
            </a:fld>
            <a:endParaRPr lang="en-US" altLang="zh-CN" noProof="0" dirty="0"/>
          </a:p>
        </p:txBody>
      </p:sp>
    </p:spTree>
    <p:extLst>
      <p:ext uri="{BB962C8B-B14F-4D97-AF65-F5344CB8AC3E}">
        <p14:creationId xmlns:p14="http://schemas.microsoft.com/office/powerpoint/2010/main" val="361364637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and image">
    <p:spTree>
      <p:nvGrpSpPr>
        <p:cNvPr id="1" name=""/>
        <p:cNvGrpSpPr/>
        <p:nvPr/>
      </p:nvGrpSpPr>
      <p:grpSpPr>
        <a:xfrm>
          <a:off x="0" y="0"/>
          <a:ext cx="0" cy="0"/>
          <a:chOff x="0" y="0"/>
          <a:chExt cx="0" cy="0"/>
        </a:xfrm>
      </p:grpSpPr>
      <p:sp>
        <p:nvSpPr>
          <p:cNvPr id="8" name="Title Placeholder 4">
            <a:extLst>
              <a:ext uri="{FF2B5EF4-FFF2-40B4-BE49-F238E27FC236}">
                <a16:creationId xmlns:a16="http://schemas.microsoft.com/office/drawing/2014/main" id="{F73BF8E3-2426-5D65-6582-D4B03C765A5D}"/>
              </a:ext>
            </a:extLst>
          </p:cNvPr>
          <p:cNvSpPr>
            <a:spLocks noGrp="1"/>
          </p:cNvSpPr>
          <p:nvPr>
            <p:ph type="title"/>
          </p:nvPr>
        </p:nvSpPr>
        <p:spPr>
          <a:xfrm>
            <a:off x="6710510" y="2016579"/>
            <a:ext cx="4441188" cy="2775857"/>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2" name="Content placeholder 47">
            <a:extLst>
              <a:ext uri="{FF2B5EF4-FFF2-40B4-BE49-F238E27FC236}">
                <a16:creationId xmlns:a16="http://schemas.microsoft.com/office/drawing/2014/main" id="{117BCD91-6BBA-AACD-3424-C3A4E5C1AB1D}"/>
              </a:ext>
            </a:extLst>
          </p:cNvPr>
          <p:cNvSpPr>
            <a:spLocks noGrp="1" noChangeAspect="1"/>
          </p:cNvSpPr>
          <p:nvPr>
            <p:ph type="pic" sz="quarter" idx="48"/>
          </p:nvPr>
        </p:nvSpPr>
        <p:spPr>
          <a:xfrm>
            <a:off x="914400" y="539496"/>
            <a:ext cx="5025207" cy="5779008"/>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p:spPr>
        <p:txBody>
          <a:bodyPr anchor="ctr">
            <a:noAutofit/>
          </a:bodyPr>
          <a:lstStyle>
            <a:lvl1pPr marL="0" indent="0" algn="ctr">
              <a:buNone/>
              <a:defRPr>
                <a:solidFill>
                  <a:schemeClr val="bg1"/>
                </a:solidFill>
              </a:defRPr>
            </a:lvl1pPr>
          </a:lstStyle>
          <a:p>
            <a:r>
              <a:rPr lang="en-US" altLang="zh-CN" noProof="0"/>
              <a:t>Click icon to add picture</a:t>
            </a:r>
            <a:endParaRPr lang="en-US" altLang="zh-CN" noProof="0" dirty="0"/>
          </a:p>
        </p:txBody>
      </p:sp>
      <p:pic>
        <p:nvPicPr>
          <p:cNvPr id="7" name="Shape 33">
            <a:extLst>
              <a:ext uri="{FF2B5EF4-FFF2-40B4-BE49-F238E27FC236}">
                <a16:creationId xmlns:a16="http://schemas.microsoft.com/office/drawing/2014/main" id="{78B6A20E-2402-E586-7E92-A2C0D0B854DB}"/>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a:ext>
            </a:extLst>
          </a:blip>
          <a:srcRect/>
          <a:stretch>
            <a:fillRect/>
          </a:stretch>
        </p:blipFill>
        <p:spPr>
          <a:xfrm>
            <a:off x="352010" y="4038403"/>
            <a:ext cx="1438713" cy="1645920"/>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p:spPr>
      </p:pic>
      <p:sp>
        <p:nvSpPr>
          <p:cNvPr id="3" name="Freeform: Shape 11">
            <a:extLst>
              <a:ext uri="{FF2B5EF4-FFF2-40B4-BE49-F238E27FC236}">
                <a16:creationId xmlns:a16="http://schemas.microsoft.com/office/drawing/2014/main" id="{20E24AA2-A4D8-FFB3-C801-0E57990B8CB6}"/>
              </a:ext>
            </a:extLst>
          </p:cNvPr>
          <p:cNvSpPr/>
          <p:nvPr userDrawn="1"/>
        </p:nvSpPr>
        <p:spPr>
          <a:xfrm>
            <a:off x="1360235" y="5541405"/>
            <a:ext cx="663381" cy="758922"/>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98682" h="5032188">
                <a:moveTo>
                  <a:pt x="2187388" y="0"/>
                </a:moveTo>
                <a:lnTo>
                  <a:pt x="4386729" y="1261035"/>
                </a:lnTo>
                <a:cubicBezTo>
                  <a:pt x="4390713" y="2103718"/>
                  <a:pt x="4394698" y="2946400"/>
                  <a:pt x="4398682" y="3789083"/>
                </a:cubicBezTo>
                <a:lnTo>
                  <a:pt x="2193365" y="5032188"/>
                </a:lnTo>
                <a:lnTo>
                  <a:pt x="0" y="3783106"/>
                </a:lnTo>
                <a:lnTo>
                  <a:pt x="0" y="1267012"/>
                </a:lnTo>
                <a:lnTo>
                  <a:pt x="2187388" y="0"/>
                </a:lnTo>
                <a:close/>
              </a:path>
            </a:pathLst>
          </a:custGeom>
          <a:solidFill>
            <a:schemeClr val="accent1">
              <a:lumMod val="60000"/>
              <a:lumOff val="40000"/>
            </a:schemeClr>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Posterama Text SemiBold"/>
              <a:ea typeface="+mn-ea"/>
              <a:cs typeface="+mn-cs"/>
            </a:endParaRPr>
          </a:p>
        </p:txBody>
      </p:sp>
      <p:sp>
        <p:nvSpPr>
          <p:cNvPr id="9" name="Freeform: Shape 5">
            <a:extLst>
              <a:ext uri="{FF2B5EF4-FFF2-40B4-BE49-F238E27FC236}">
                <a16:creationId xmlns:a16="http://schemas.microsoft.com/office/drawing/2014/main" id="{1FEC53F3-5030-5BCF-54CA-ABB14457C073}"/>
              </a:ext>
            </a:extLst>
          </p:cNvPr>
          <p:cNvSpPr/>
          <p:nvPr userDrawn="1"/>
        </p:nvSpPr>
        <p:spPr>
          <a:xfrm>
            <a:off x="5429027" y="393334"/>
            <a:ext cx="1244907" cy="1405252"/>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noProof="0" dirty="0"/>
          </a:p>
        </p:txBody>
      </p:sp>
    </p:spTree>
    <p:extLst>
      <p:ext uri="{BB962C8B-B14F-4D97-AF65-F5344CB8AC3E}">
        <p14:creationId xmlns:p14="http://schemas.microsoft.com/office/powerpoint/2010/main" val="340771134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hree Content">
    <p:spTree>
      <p:nvGrpSpPr>
        <p:cNvPr id="1" name=""/>
        <p:cNvGrpSpPr/>
        <p:nvPr/>
      </p:nvGrpSpPr>
      <p:grpSpPr>
        <a:xfrm>
          <a:off x="0" y="0"/>
          <a:ext cx="0" cy="0"/>
          <a:chOff x="0" y="0"/>
          <a:chExt cx="0" cy="0"/>
        </a:xfrm>
      </p:grpSpPr>
      <p:sp>
        <p:nvSpPr>
          <p:cNvPr id="3" name="Freeform 2">
            <a:extLst>
              <a:ext uri="{FF2B5EF4-FFF2-40B4-BE49-F238E27FC236}">
                <a16:creationId xmlns:a16="http://schemas.microsoft.com/office/drawing/2014/main" id="{86721E85-C7DE-A05F-D33D-97CAF161E33A}"/>
              </a:ext>
            </a:extLst>
          </p:cNvPr>
          <p:cNvSpPr/>
          <p:nvPr userDrawn="1"/>
        </p:nvSpPr>
        <p:spPr>
          <a:xfrm>
            <a:off x="0" y="2860787"/>
            <a:ext cx="2004570" cy="3676532"/>
          </a:xfrm>
          <a:custGeom>
            <a:avLst/>
            <a:gdLst>
              <a:gd name="connsiteX0" fmla="*/ 417538 w 2004570"/>
              <a:gd name="connsiteY0" fmla="*/ 0 h 3676532"/>
              <a:gd name="connsiteX1" fmla="*/ 2004570 w 2004570"/>
              <a:gd name="connsiteY1" fmla="*/ 925683 h 3676532"/>
              <a:gd name="connsiteX2" fmla="*/ 2004570 w 2004570"/>
              <a:gd name="connsiteY2" fmla="*/ 2763949 h 3676532"/>
              <a:gd name="connsiteX3" fmla="*/ 413202 w 2004570"/>
              <a:gd name="connsiteY3" fmla="*/ 3676532 h 3676532"/>
              <a:gd name="connsiteX4" fmla="*/ 0 w 2004570"/>
              <a:gd name="connsiteY4" fmla="*/ 3439338 h 3676532"/>
              <a:gd name="connsiteX5" fmla="*/ 0 w 2004570"/>
              <a:gd name="connsiteY5" fmla="*/ 241075 h 36765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004570" h="3676532">
                <a:moveTo>
                  <a:pt x="417538" y="0"/>
                </a:moveTo>
                <a:lnTo>
                  <a:pt x="2004570" y="925683"/>
                </a:lnTo>
                <a:lnTo>
                  <a:pt x="2004570" y="2763949"/>
                </a:lnTo>
                <a:lnTo>
                  <a:pt x="413202" y="3676532"/>
                </a:lnTo>
                <a:lnTo>
                  <a:pt x="0" y="3439338"/>
                </a:lnTo>
                <a:lnTo>
                  <a:pt x="0" y="241075"/>
                </a:ln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6" name="Freeform 15">
            <a:extLst>
              <a:ext uri="{FF2B5EF4-FFF2-40B4-BE49-F238E27FC236}">
                <a16:creationId xmlns:a16="http://schemas.microsoft.com/office/drawing/2014/main" id="{2BA5A58B-9440-7DAB-E7D7-3143B049FBAC}"/>
              </a:ext>
            </a:extLst>
          </p:cNvPr>
          <p:cNvSpPr/>
          <p:nvPr userDrawn="1"/>
        </p:nvSpPr>
        <p:spPr>
          <a:xfrm flipH="1">
            <a:off x="657773" y="5253270"/>
            <a:ext cx="1710765" cy="1621875"/>
          </a:xfrm>
          <a:custGeom>
            <a:avLst/>
            <a:gdLst>
              <a:gd name="connsiteX0" fmla="*/ 852873 w 1710765"/>
              <a:gd name="connsiteY0" fmla="*/ 0 h 1593273"/>
              <a:gd name="connsiteX1" fmla="*/ 0 w 1710765"/>
              <a:gd name="connsiteY1" fmla="*/ 494134 h 1593273"/>
              <a:gd name="connsiteX2" fmla="*/ 0 w 1710765"/>
              <a:gd name="connsiteY2" fmla="*/ 1475410 h 1593273"/>
              <a:gd name="connsiteX3" fmla="*/ 206916 w 1710765"/>
              <a:gd name="connsiteY3" fmla="*/ 1593273 h 1593273"/>
              <a:gd name="connsiteX4" fmla="*/ 1502835 w 1710765"/>
              <a:gd name="connsiteY4" fmla="*/ 1593273 h 1593273"/>
              <a:gd name="connsiteX5" fmla="*/ 1709418 w 1710765"/>
              <a:gd name="connsiteY5" fmla="*/ 1475480 h 1593273"/>
              <a:gd name="connsiteX6" fmla="*/ 1710407 w 1710765"/>
              <a:gd name="connsiteY6" fmla="*/ 491803 h 15932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710765" h="1593273">
                <a:moveTo>
                  <a:pt x="852873" y="0"/>
                </a:moveTo>
                <a:lnTo>
                  <a:pt x="0" y="494134"/>
                </a:lnTo>
                <a:lnTo>
                  <a:pt x="0" y="1475410"/>
                </a:lnTo>
                <a:lnTo>
                  <a:pt x="206916" y="1593273"/>
                </a:lnTo>
                <a:lnTo>
                  <a:pt x="1502835" y="1593273"/>
                </a:lnTo>
                <a:lnTo>
                  <a:pt x="1709418" y="1475480"/>
                </a:lnTo>
                <a:cubicBezTo>
                  <a:pt x="1707864" y="1146834"/>
                  <a:pt x="1711961" y="820449"/>
                  <a:pt x="1710407" y="491803"/>
                </a:cubicBezTo>
                <a:close/>
              </a:path>
            </a:pathLst>
          </a:cu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7" name="Freeform: Shape 24">
            <a:extLst>
              <a:ext uri="{FF2B5EF4-FFF2-40B4-BE49-F238E27FC236}">
                <a16:creationId xmlns:a16="http://schemas.microsoft.com/office/drawing/2014/main" id="{A23F9759-CF52-CE45-5E22-9678534685A7}"/>
              </a:ext>
            </a:extLst>
          </p:cNvPr>
          <p:cNvSpPr/>
          <p:nvPr userDrawn="1"/>
        </p:nvSpPr>
        <p:spPr>
          <a:xfrm flipH="1">
            <a:off x="2275432" y="4699053"/>
            <a:ext cx="668814" cy="784693"/>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6" name="Title 5">
            <a:extLst>
              <a:ext uri="{FF2B5EF4-FFF2-40B4-BE49-F238E27FC236}">
                <a16:creationId xmlns:a16="http://schemas.microsoft.com/office/drawing/2014/main" id="{5D84FCC1-368D-680C-31AA-597C3AAF4232}"/>
              </a:ext>
            </a:extLst>
          </p:cNvPr>
          <p:cNvSpPr>
            <a:spLocks noGrp="1"/>
          </p:cNvSpPr>
          <p:nvPr>
            <p:ph type="title"/>
          </p:nvPr>
        </p:nvSpPr>
        <p:spPr>
          <a:xfrm>
            <a:off x="3465576" y="1499616"/>
            <a:ext cx="7955280" cy="1335024"/>
          </a:xfrm>
        </p:spPr>
        <p:txBody>
          <a:bodyPr anchor="b">
            <a:normAutofit/>
          </a:bodyPr>
          <a:lstStyle>
            <a:lvl1pPr>
              <a:defRPr sz="3600"/>
            </a:lvl1pPr>
          </a:lstStyle>
          <a:p>
            <a:r>
              <a:rPr lang="en-US"/>
              <a:t>Click to edit Master title style</a:t>
            </a:r>
            <a:endParaRPr lang="en-US" dirty="0"/>
          </a:p>
        </p:txBody>
      </p:sp>
      <p:sp>
        <p:nvSpPr>
          <p:cNvPr id="4" name="Content Placeholder 2">
            <a:extLst>
              <a:ext uri="{FF2B5EF4-FFF2-40B4-BE49-F238E27FC236}">
                <a16:creationId xmlns:a16="http://schemas.microsoft.com/office/drawing/2014/main" id="{6FFF81D2-C0B4-3B82-8DF6-D10CC07C441C}"/>
              </a:ext>
            </a:extLst>
          </p:cNvPr>
          <p:cNvSpPr>
            <a:spLocks noGrp="1"/>
          </p:cNvSpPr>
          <p:nvPr>
            <p:ph idx="14"/>
          </p:nvPr>
        </p:nvSpPr>
        <p:spPr>
          <a:xfrm>
            <a:off x="3465576" y="3108960"/>
            <a:ext cx="4572000" cy="3108960"/>
          </a:xfrm>
        </p:spPr>
        <p:txBody>
          <a:bodyPr/>
          <a:lstStyle>
            <a:lvl1pPr marL="512064" indent="-512064">
              <a:buFont typeface="+mj-lt"/>
              <a:buAutoNum type="arabicPeriod"/>
              <a:defRPr sz="1800"/>
            </a:lvl1pPr>
            <a:lvl2pPr marL="1097280" indent="-512064">
              <a:buFont typeface="+mj-lt"/>
              <a:buAutoNum type="alphaLcPeriod"/>
              <a:defRPr sz="1800"/>
            </a:lvl2pPr>
            <a:lvl3pPr marL="1645920" indent="-512064">
              <a:buFont typeface="+mj-lt"/>
              <a:buAutoNum type="romanLcPeriod"/>
              <a:defRPr sz="1800"/>
            </a:lvl3pPr>
            <a:lvl4pPr marL="2194560" indent="-512064">
              <a:buFont typeface="+mj-lt"/>
              <a:buAutoNum type="arabicParen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7" name="Content Placeholder 2">
            <a:extLst>
              <a:ext uri="{FF2B5EF4-FFF2-40B4-BE49-F238E27FC236}">
                <a16:creationId xmlns:a16="http://schemas.microsoft.com/office/drawing/2014/main" id="{F190F721-56C7-251D-948D-117696095C32}"/>
              </a:ext>
            </a:extLst>
          </p:cNvPr>
          <p:cNvSpPr>
            <a:spLocks noGrp="1"/>
          </p:cNvSpPr>
          <p:nvPr>
            <p:ph idx="1"/>
          </p:nvPr>
        </p:nvSpPr>
        <p:spPr>
          <a:xfrm>
            <a:off x="8229600" y="3108960"/>
            <a:ext cx="3017520" cy="3108960"/>
          </a:xfrm>
        </p:spPr>
        <p:txBody>
          <a:bodyPr/>
          <a:lstStyle>
            <a:lvl1pPr marL="0" indent="0">
              <a:lnSpc>
                <a:spcPct val="100000"/>
              </a:lnSpc>
              <a:spcBef>
                <a:spcPts val="0"/>
              </a:spcBef>
              <a:spcAft>
                <a:spcPts val="600"/>
              </a:spcAft>
              <a:buNone/>
              <a:defRPr sz="1800"/>
            </a:lvl1pPr>
            <a:lvl2pPr>
              <a:lnSpc>
                <a:spcPct val="100000"/>
              </a:lnSpc>
              <a:spcBef>
                <a:spcPts val="0"/>
              </a:spcBef>
              <a:spcAft>
                <a:spcPts val="600"/>
              </a:spcAft>
              <a:defRPr sz="1800"/>
            </a:lvl2pPr>
            <a:lvl3pPr>
              <a:lnSpc>
                <a:spcPct val="100000"/>
              </a:lnSpc>
              <a:spcBef>
                <a:spcPts val="0"/>
              </a:spcBef>
              <a:spcAft>
                <a:spcPts val="600"/>
              </a:spcAft>
              <a:defRPr sz="1800"/>
            </a:lvl3pPr>
            <a:lvl4pPr>
              <a:lnSpc>
                <a:spcPct val="100000"/>
              </a:lnSpc>
              <a:spcBef>
                <a:spcPts val="0"/>
              </a:spcBef>
              <a:spcAft>
                <a:spcPts val="600"/>
              </a:spcAft>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8" name="Footer Placeholder 7">
            <a:extLst>
              <a:ext uri="{FF2B5EF4-FFF2-40B4-BE49-F238E27FC236}">
                <a16:creationId xmlns:a16="http://schemas.microsoft.com/office/drawing/2014/main" id="{6C94E8A0-C02C-2322-50C1-50080A793F84}"/>
              </a:ext>
            </a:extLst>
          </p:cNvPr>
          <p:cNvSpPr>
            <a:spLocks noGrp="1"/>
          </p:cNvSpPr>
          <p:nvPr>
            <p:ph type="ftr" sz="quarter" idx="41"/>
          </p:nvPr>
        </p:nvSpPr>
        <p:spPr>
          <a:xfrm>
            <a:off x="3465576" y="6217920"/>
            <a:ext cx="4114800" cy="365125"/>
          </a:xfrm>
        </p:spPr>
        <p:txBody>
          <a:bodyPr/>
          <a:lstStyle/>
          <a:p>
            <a:endParaRPr lang="en-US" noProof="0" dirty="0"/>
          </a:p>
        </p:txBody>
      </p:sp>
      <p:sp>
        <p:nvSpPr>
          <p:cNvPr id="5" name="Slide Number Placeholder 4">
            <a:extLst>
              <a:ext uri="{FF2B5EF4-FFF2-40B4-BE49-F238E27FC236}">
                <a16:creationId xmlns:a16="http://schemas.microsoft.com/office/drawing/2014/main" id="{2446A453-65E1-B688-A3F9-EA0AA347DDEA}"/>
              </a:ext>
            </a:extLst>
          </p:cNvPr>
          <p:cNvSpPr>
            <a:spLocks noGrp="1"/>
          </p:cNvSpPr>
          <p:nvPr>
            <p:ph type="sldNum" sz="quarter" idx="40"/>
          </p:nvPr>
        </p:nvSpPr>
        <p:spPr/>
        <p:txBody>
          <a:bodyPr>
            <a:noAutofit/>
          </a:bodyPr>
          <a:lstStyle/>
          <a:p>
            <a:fld id="{47FEACEE-25B4-4A2D-B147-27296E36371D}" type="slidenum">
              <a:rPr lang="en-US" altLang="zh-CN" noProof="0" smtClean="0"/>
              <a:pPr/>
              <a:t>‹#›</a:t>
            </a:fld>
            <a:endParaRPr lang="en-US" altLang="zh-CN" noProof="0" dirty="0"/>
          </a:p>
        </p:txBody>
      </p:sp>
      <p:sp>
        <p:nvSpPr>
          <p:cNvPr id="2" name="Freeform: Shape 12">
            <a:extLst>
              <a:ext uri="{FF2B5EF4-FFF2-40B4-BE49-F238E27FC236}">
                <a16:creationId xmlns:a16="http://schemas.microsoft.com/office/drawing/2014/main" id="{0750FD92-E143-4402-D455-30DC417CBDBE}"/>
              </a:ext>
            </a:extLst>
          </p:cNvPr>
          <p:cNvSpPr/>
          <p:nvPr userDrawn="1"/>
        </p:nvSpPr>
        <p:spPr>
          <a:xfrm>
            <a:off x="1198465" y="958947"/>
            <a:ext cx="1544735" cy="1743698"/>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800" noProof="0" dirty="0"/>
          </a:p>
        </p:txBody>
      </p:sp>
      <p:sp>
        <p:nvSpPr>
          <p:cNvPr id="29" name="Freeform 28">
            <a:extLst>
              <a:ext uri="{FF2B5EF4-FFF2-40B4-BE49-F238E27FC236}">
                <a16:creationId xmlns:a16="http://schemas.microsoft.com/office/drawing/2014/main" id="{6B13E9E2-D67B-E75B-D60D-CE3782A4FC67}"/>
              </a:ext>
            </a:extLst>
          </p:cNvPr>
          <p:cNvSpPr/>
          <p:nvPr userDrawn="1"/>
        </p:nvSpPr>
        <p:spPr>
          <a:xfrm>
            <a:off x="326738" y="0"/>
            <a:ext cx="1544359" cy="1254845"/>
          </a:xfrm>
          <a:custGeom>
            <a:avLst/>
            <a:gdLst>
              <a:gd name="connsiteX0" fmla="*/ 0 w 1544359"/>
              <a:gd name="connsiteY0" fmla="*/ 0 h 1254845"/>
              <a:gd name="connsiteX1" fmla="*/ 1544359 w 1544359"/>
              <a:gd name="connsiteY1" fmla="*/ 0 h 1254845"/>
              <a:gd name="connsiteX2" fmla="*/ 1543519 w 1544359"/>
              <a:gd name="connsiteY2" fmla="*/ 822090 h 1254845"/>
              <a:gd name="connsiteX3" fmla="*/ 772206 w 1544359"/>
              <a:gd name="connsiteY3" fmla="*/ 1254845 h 1254845"/>
              <a:gd name="connsiteX4" fmla="*/ 0 w 1544359"/>
              <a:gd name="connsiteY4" fmla="*/ 822027 h 125484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44359" h="1254845">
                <a:moveTo>
                  <a:pt x="0" y="0"/>
                </a:moveTo>
                <a:lnTo>
                  <a:pt x="1544359" y="0"/>
                </a:lnTo>
                <a:lnTo>
                  <a:pt x="1543519" y="822090"/>
                </a:lnTo>
                <a:lnTo>
                  <a:pt x="772206" y="1254845"/>
                </a:lnTo>
                <a:lnTo>
                  <a:pt x="0" y="822027"/>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Tree>
    <p:extLst>
      <p:ext uri="{BB962C8B-B14F-4D97-AF65-F5344CB8AC3E}">
        <p14:creationId xmlns:p14="http://schemas.microsoft.com/office/powerpoint/2010/main" val="266211375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wo content 04">
    <p:spTree>
      <p:nvGrpSpPr>
        <p:cNvPr id="1" name=""/>
        <p:cNvGrpSpPr/>
        <p:nvPr/>
      </p:nvGrpSpPr>
      <p:grpSpPr>
        <a:xfrm>
          <a:off x="0" y="0"/>
          <a:ext cx="0" cy="0"/>
          <a:chOff x="0" y="0"/>
          <a:chExt cx="0" cy="0"/>
        </a:xfrm>
      </p:grpSpPr>
      <p:sp>
        <p:nvSpPr>
          <p:cNvPr id="47" name="Freeform 46">
            <a:extLst>
              <a:ext uri="{FF2B5EF4-FFF2-40B4-BE49-F238E27FC236}">
                <a16:creationId xmlns:a16="http://schemas.microsoft.com/office/drawing/2014/main" id="{39B50CEE-D9F9-B5CD-C274-BEAA5EAB37E3}"/>
              </a:ext>
            </a:extLst>
          </p:cNvPr>
          <p:cNvSpPr/>
          <p:nvPr userDrawn="1"/>
        </p:nvSpPr>
        <p:spPr>
          <a:xfrm>
            <a:off x="410352" y="12435"/>
            <a:ext cx="1455521" cy="1019127"/>
          </a:xfrm>
          <a:custGeom>
            <a:avLst/>
            <a:gdLst>
              <a:gd name="connsiteX0" fmla="*/ 219223 w 1455521"/>
              <a:gd name="connsiteY0" fmla="*/ 0 h 1019127"/>
              <a:gd name="connsiteX1" fmla="*/ 1236298 w 1455521"/>
              <a:gd name="connsiteY1" fmla="*/ 0 h 1019127"/>
              <a:gd name="connsiteX2" fmla="*/ 1455521 w 1455521"/>
              <a:gd name="connsiteY2" fmla="*/ 385779 h 1019127"/>
              <a:gd name="connsiteX3" fmla="*/ 1095615 w 1455521"/>
              <a:gd name="connsiteY3" fmla="*/ 1019127 h 1019127"/>
              <a:gd name="connsiteX4" fmla="*/ 359906 w 1455521"/>
              <a:gd name="connsiteY4" fmla="*/ 1019127 h 1019127"/>
              <a:gd name="connsiteX5" fmla="*/ 0 w 1455521"/>
              <a:gd name="connsiteY5" fmla="*/ 385779 h 10191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55521" h="1019127">
                <a:moveTo>
                  <a:pt x="219223" y="0"/>
                </a:moveTo>
                <a:lnTo>
                  <a:pt x="1236298" y="0"/>
                </a:lnTo>
                <a:lnTo>
                  <a:pt x="1455521" y="385779"/>
                </a:lnTo>
                <a:lnTo>
                  <a:pt x="1095615" y="1019127"/>
                </a:lnTo>
                <a:lnTo>
                  <a:pt x="359906" y="1019127"/>
                </a:lnTo>
                <a:lnTo>
                  <a:pt x="0" y="385779"/>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9" name="Hexagon 15">
            <a:extLst>
              <a:ext uri="{FF2B5EF4-FFF2-40B4-BE49-F238E27FC236}">
                <a16:creationId xmlns:a16="http://schemas.microsoft.com/office/drawing/2014/main" id="{93831F6E-A0DA-46E5-AF13-ED5D9ABF108D}"/>
              </a:ext>
            </a:extLst>
          </p:cNvPr>
          <p:cNvSpPr/>
          <p:nvPr userDrawn="1"/>
        </p:nvSpPr>
        <p:spPr>
          <a:xfrm>
            <a:off x="1579486" y="450004"/>
            <a:ext cx="1455521" cy="1266696"/>
          </a:xfrm>
          <a:prstGeom prst="hexagon">
            <a:avLst>
              <a:gd name="adj" fmla="val 28413"/>
              <a:gd name="vf" fmla="val 115470"/>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10" name="Hexagon 17">
            <a:extLst>
              <a:ext uri="{FF2B5EF4-FFF2-40B4-BE49-F238E27FC236}">
                <a16:creationId xmlns:a16="http://schemas.microsoft.com/office/drawing/2014/main" id="{18B06ECC-5FA7-4ACA-86BF-694240D0C05B}"/>
              </a:ext>
            </a:extLst>
          </p:cNvPr>
          <p:cNvSpPr/>
          <p:nvPr userDrawn="1"/>
        </p:nvSpPr>
        <p:spPr>
          <a:xfrm>
            <a:off x="412218" y="1136470"/>
            <a:ext cx="1455521" cy="1266696"/>
          </a:xfrm>
          <a:prstGeom prst="hexagon">
            <a:avLst>
              <a:gd name="adj" fmla="val 28413"/>
              <a:gd name="vf" fmla="val 11547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11" name="Hexagon 19">
            <a:extLst>
              <a:ext uri="{FF2B5EF4-FFF2-40B4-BE49-F238E27FC236}">
                <a16:creationId xmlns:a16="http://schemas.microsoft.com/office/drawing/2014/main" id="{089AA305-8FFC-46A5-B806-D5D78320D0CD}"/>
              </a:ext>
            </a:extLst>
          </p:cNvPr>
          <p:cNvSpPr/>
          <p:nvPr userDrawn="1"/>
        </p:nvSpPr>
        <p:spPr>
          <a:xfrm>
            <a:off x="1580070" y="1812437"/>
            <a:ext cx="1455521" cy="1266696"/>
          </a:xfrm>
          <a:prstGeom prst="hexagon">
            <a:avLst>
              <a:gd name="adj" fmla="val 28413"/>
              <a:gd name="vf" fmla="val 11547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12" name="Hexagon 21">
            <a:extLst>
              <a:ext uri="{FF2B5EF4-FFF2-40B4-BE49-F238E27FC236}">
                <a16:creationId xmlns:a16="http://schemas.microsoft.com/office/drawing/2014/main" id="{DB2D65ED-32BC-44B2-92F3-E16717051CA1}"/>
              </a:ext>
            </a:extLst>
          </p:cNvPr>
          <p:cNvSpPr/>
          <p:nvPr userDrawn="1"/>
        </p:nvSpPr>
        <p:spPr>
          <a:xfrm>
            <a:off x="3953772" y="4582171"/>
            <a:ext cx="1455521" cy="1266696"/>
          </a:xfrm>
          <a:prstGeom prst="hexagon">
            <a:avLst>
              <a:gd name="adj" fmla="val 28413"/>
              <a:gd name="vf" fmla="val 115470"/>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44" name="Freeform 43">
            <a:extLst>
              <a:ext uri="{FF2B5EF4-FFF2-40B4-BE49-F238E27FC236}">
                <a16:creationId xmlns:a16="http://schemas.microsoft.com/office/drawing/2014/main" id="{6100186E-95B0-AB29-6F1D-DBFBAA566DB2}"/>
              </a:ext>
            </a:extLst>
          </p:cNvPr>
          <p:cNvSpPr/>
          <p:nvPr userDrawn="1"/>
        </p:nvSpPr>
        <p:spPr>
          <a:xfrm>
            <a:off x="3955762" y="5952136"/>
            <a:ext cx="1455521" cy="932559"/>
          </a:xfrm>
          <a:custGeom>
            <a:avLst/>
            <a:gdLst>
              <a:gd name="connsiteX0" fmla="*/ 359906 w 1455521"/>
              <a:gd name="connsiteY0" fmla="*/ 0 h 932559"/>
              <a:gd name="connsiteX1" fmla="*/ 1095615 w 1455521"/>
              <a:gd name="connsiteY1" fmla="*/ 0 h 932559"/>
              <a:gd name="connsiteX2" fmla="*/ 1455521 w 1455521"/>
              <a:gd name="connsiteY2" fmla="*/ 633348 h 932559"/>
              <a:gd name="connsiteX3" fmla="*/ 1285492 w 1455521"/>
              <a:gd name="connsiteY3" fmla="*/ 932559 h 932559"/>
              <a:gd name="connsiteX4" fmla="*/ 170030 w 1455521"/>
              <a:gd name="connsiteY4" fmla="*/ 932559 h 932559"/>
              <a:gd name="connsiteX5" fmla="*/ 0 w 1455521"/>
              <a:gd name="connsiteY5" fmla="*/ 633348 h 9325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55521" h="932559">
                <a:moveTo>
                  <a:pt x="359906" y="0"/>
                </a:moveTo>
                <a:lnTo>
                  <a:pt x="1095615" y="0"/>
                </a:lnTo>
                <a:lnTo>
                  <a:pt x="1455521" y="633348"/>
                </a:lnTo>
                <a:lnTo>
                  <a:pt x="1285492" y="932559"/>
                </a:lnTo>
                <a:lnTo>
                  <a:pt x="170030" y="932559"/>
                </a:lnTo>
                <a:lnTo>
                  <a:pt x="0" y="633348"/>
                </a:lnTo>
                <a:close/>
              </a:path>
            </a:pathLst>
          </a:custGeom>
          <a:solidFill>
            <a:schemeClr val="tx2">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4" name="Hexagon 27">
            <a:extLst>
              <a:ext uri="{FF2B5EF4-FFF2-40B4-BE49-F238E27FC236}">
                <a16:creationId xmlns:a16="http://schemas.microsoft.com/office/drawing/2014/main" id="{5275D449-7441-440B-8584-96D25256F24D}"/>
              </a:ext>
            </a:extLst>
          </p:cNvPr>
          <p:cNvSpPr/>
          <p:nvPr userDrawn="1"/>
        </p:nvSpPr>
        <p:spPr>
          <a:xfrm>
            <a:off x="2783996" y="5245443"/>
            <a:ext cx="1455521" cy="1266696"/>
          </a:xfrm>
          <a:prstGeom prst="hexagon">
            <a:avLst>
              <a:gd name="adj" fmla="val 28413"/>
              <a:gd name="vf" fmla="val 11547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5" name="Hexagon 21">
            <a:extLst>
              <a:ext uri="{FF2B5EF4-FFF2-40B4-BE49-F238E27FC236}">
                <a16:creationId xmlns:a16="http://schemas.microsoft.com/office/drawing/2014/main" id="{AA088CB3-68C2-8BF7-640B-511D7AD708D4}"/>
              </a:ext>
            </a:extLst>
          </p:cNvPr>
          <p:cNvSpPr/>
          <p:nvPr userDrawn="1"/>
        </p:nvSpPr>
        <p:spPr>
          <a:xfrm>
            <a:off x="2757266" y="2493385"/>
            <a:ext cx="1467568" cy="1305975"/>
          </a:xfrm>
          <a:prstGeom prst="hexagon">
            <a:avLst>
              <a:gd name="adj" fmla="val 28413"/>
              <a:gd name="vf" fmla="val 115470"/>
            </a:avLst>
          </a:prstGeom>
          <a:noFill/>
          <a:ln w="19050">
            <a:solidFill>
              <a:srgbClr val="D844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15" name="Hexagon 28">
            <a:extLst>
              <a:ext uri="{FF2B5EF4-FFF2-40B4-BE49-F238E27FC236}">
                <a16:creationId xmlns:a16="http://schemas.microsoft.com/office/drawing/2014/main" id="{94CFCD79-F5CD-4175-96DE-1AC2E1999DB6}"/>
              </a:ext>
            </a:extLst>
          </p:cNvPr>
          <p:cNvSpPr/>
          <p:nvPr userDrawn="1"/>
        </p:nvSpPr>
        <p:spPr>
          <a:xfrm>
            <a:off x="2767144" y="3880620"/>
            <a:ext cx="1455521" cy="1266696"/>
          </a:xfrm>
          <a:prstGeom prst="hexagon">
            <a:avLst>
              <a:gd name="adj" fmla="val 28413"/>
              <a:gd name="vf" fmla="val 115470"/>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43" name="Freeform 42">
            <a:extLst>
              <a:ext uri="{FF2B5EF4-FFF2-40B4-BE49-F238E27FC236}">
                <a16:creationId xmlns:a16="http://schemas.microsoft.com/office/drawing/2014/main" id="{C8667104-E096-23C3-4C2C-5277C2AF5C57}"/>
              </a:ext>
            </a:extLst>
          </p:cNvPr>
          <p:cNvSpPr/>
          <p:nvPr userDrawn="1"/>
        </p:nvSpPr>
        <p:spPr>
          <a:xfrm>
            <a:off x="3702" y="448131"/>
            <a:ext cx="678871" cy="1266696"/>
          </a:xfrm>
          <a:custGeom>
            <a:avLst/>
            <a:gdLst>
              <a:gd name="connsiteX0" fmla="*/ 0 w 678871"/>
              <a:gd name="connsiteY0" fmla="*/ 0 h 1266696"/>
              <a:gd name="connsiteX1" fmla="*/ 318965 w 678871"/>
              <a:gd name="connsiteY1" fmla="*/ 0 h 1266696"/>
              <a:gd name="connsiteX2" fmla="*/ 678871 w 678871"/>
              <a:gd name="connsiteY2" fmla="*/ 633348 h 1266696"/>
              <a:gd name="connsiteX3" fmla="*/ 318965 w 678871"/>
              <a:gd name="connsiteY3" fmla="*/ 1266696 h 1266696"/>
              <a:gd name="connsiteX4" fmla="*/ 0 w 678871"/>
              <a:gd name="connsiteY4" fmla="*/ 1266696 h 12666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78871" h="1266696">
                <a:moveTo>
                  <a:pt x="0" y="0"/>
                </a:moveTo>
                <a:lnTo>
                  <a:pt x="318965" y="0"/>
                </a:lnTo>
                <a:lnTo>
                  <a:pt x="678871" y="633348"/>
                </a:lnTo>
                <a:lnTo>
                  <a:pt x="318965" y="1266696"/>
                </a:lnTo>
                <a:lnTo>
                  <a:pt x="0" y="1266696"/>
                </a:lnTo>
                <a:close/>
              </a:path>
            </a:pathLst>
          </a:custGeom>
          <a:noFill/>
          <a:ln w="19050">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8" name="Hexagon 31">
            <a:extLst>
              <a:ext uri="{FF2B5EF4-FFF2-40B4-BE49-F238E27FC236}">
                <a16:creationId xmlns:a16="http://schemas.microsoft.com/office/drawing/2014/main" id="{61BB4AB0-7C5C-4697-A25B-0AFD8754AB52}"/>
              </a:ext>
            </a:extLst>
          </p:cNvPr>
          <p:cNvSpPr/>
          <p:nvPr userDrawn="1"/>
        </p:nvSpPr>
        <p:spPr>
          <a:xfrm>
            <a:off x="1580353" y="3182793"/>
            <a:ext cx="1455521" cy="1266696"/>
          </a:xfrm>
          <a:prstGeom prst="hexagon">
            <a:avLst>
              <a:gd name="adj" fmla="val 28413"/>
              <a:gd name="vf" fmla="val 115470"/>
            </a:avLst>
          </a:pr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7" name="Hexagon 28">
            <a:extLst>
              <a:ext uri="{FF2B5EF4-FFF2-40B4-BE49-F238E27FC236}">
                <a16:creationId xmlns:a16="http://schemas.microsoft.com/office/drawing/2014/main" id="{E4EF439B-1CC3-CA39-B62A-E54F83ED70D2}"/>
              </a:ext>
            </a:extLst>
          </p:cNvPr>
          <p:cNvSpPr/>
          <p:nvPr userDrawn="1"/>
        </p:nvSpPr>
        <p:spPr>
          <a:xfrm>
            <a:off x="396269" y="2511644"/>
            <a:ext cx="1455521" cy="1266696"/>
          </a:xfrm>
          <a:prstGeom prst="hexagon">
            <a:avLst>
              <a:gd name="adj" fmla="val 28413"/>
              <a:gd name="vf" fmla="val 115470"/>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46" name="Freeform 45">
            <a:extLst>
              <a:ext uri="{FF2B5EF4-FFF2-40B4-BE49-F238E27FC236}">
                <a16:creationId xmlns:a16="http://schemas.microsoft.com/office/drawing/2014/main" id="{2363FF00-E570-D743-258E-E9FEF4F02A08}"/>
              </a:ext>
            </a:extLst>
          </p:cNvPr>
          <p:cNvSpPr/>
          <p:nvPr userDrawn="1"/>
        </p:nvSpPr>
        <p:spPr>
          <a:xfrm>
            <a:off x="6334981" y="5962237"/>
            <a:ext cx="1455521" cy="901561"/>
          </a:xfrm>
          <a:custGeom>
            <a:avLst/>
            <a:gdLst>
              <a:gd name="connsiteX0" fmla="*/ 359906 w 1455521"/>
              <a:gd name="connsiteY0" fmla="*/ 0 h 901561"/>
              <a:gd name="connsiteX1" fmla="*/ 1095615 w 1455521"/>
              <a:gd name="connsiteY1" fmla="*/ 0 h 901561"/>
              <a:gd name="connsiteX2" fmla="*/ 1455521 w 1455521"/>
              <a:gd name="connsiteY2" fmla="*/ 633348 h 901561"/>
              <a:gd name="connsiteX3" fmla="*/ 1303107 w 1455521"/>
              <a:gd name="connsiteY3" fmla="*/ 901561 h 901561"/>
              <a:gd name="connsiteX4" fmla="*/ 152415 w 1455521"/>
              <a:gd name="connsiteY4" fmla="*/ 901561 h 901561"/>
              <a:gd name="connsiteX5" fmla="*/ 0 w 1455521"/>
              <a:gd name="connsiteY5" fmla="*/ 633348 h 9015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55521" h="901561">
                <a:moveTo>
                  <a:pt x="359906" y="0"/>
                </a:moveTo>
                <a:lnTo>
                  <a:pt x="1095615" y="0"/>
                </a:lnTo>
                <a:lnTo>
                  <a:pt x="1455521" y="633348"/>
                </a:lnTo>
                <a:lnTo>
                  <a:pt x="1303107" y="901561"/>
                </a:lnTo>
                <a:lnTo>
                  <a:pt x="152415" y="901561"/>
                </a:lnTo>
                <a:lnTo>
                  <a:pt x="0" y="633348"/>
                </a:lnTo>
                <a:close/>
              </a:path>
            </a:pathLst>
          </a:custGeom>
          <a:noFill/>
          <a:ln w="19050">
            <a:solidFill>
              <a:srgbClr val="98432A"/>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4" name="Hexagon 21">
            <a:extLst>
              <a:ext uri="{FF2B5EF4-FFF2-40B4-BE49-F238E27FC236}">
                <a16:creationId xmlns:a16="http://schemas.microsoft.com/office/drawing/2014/main" id="{A38FF139-88E9-67A9-6010-4EDFB851076B}"/>
              </a:ext>
            </a:extLst>
          </p:cNvPr>
          <p:cNvSpPr/>
          <p:nvPr userDrawn="1"/>
        </p:nvSpPr>
        <p:spPr>
          <a:xfrm>
            <a:off x="5150156" y="5261378"/>
            <a:ext cx="1455521" cy="1266696"/>
          </a:xfrm>
          <a:prstGeom prst="hexagon">
            <a:avLst>
              <a:gd name="adj" fmla="val 28413"/>
              <a:gd name="vf" fmla="val 115470"/>
            </a:avLst>
          </a:prstGeom>
          <a:noFill/>
          <a:ln w="19050">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2" name="Hexagon 21">
            <a:extLst>
              <a:ext uri="{FF2B5EF4-FFF2-40B4-BE49-F238E27FC236}">
                <a16:creationId xmlns:a16="http://schemas.microsoft.com/office/drawing/2014/main" id="{99956147-4454-5EA6-FC9C-94C08EE35F28}"/>
              </a:ext>
            </a:extLst>
          </p:cNvPr>
          <p:cNvSpPr/>
          <p:nvPr userDrawn="1"/>
        </p:nvSpPr>
        <p:spPr>
          <a:xfrm>
            <a:off x="3948599" y="3206642"/>
            <a:ext cx="1455521" cy="1266696"/>
          </a:xfrm>
          <a:prstGeom prst="hexagon">
            <a:avLst>
              <a:gd name="adj" fmla="val 28413"/>
              <a:gd name="vf" fmla="val 11547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22" name="Title 1">
            <a:extLst>
              <a:ext uri="{FF2B5EF4-FFF2-40B4-BE49-F238E27FC236}">
                <a16:creationId xmlns:a16="http://schemas.microsoft.com/office/drawing/2014/main" id="{4722C9EB-D452-B3DF-5219-160F48DE789C}"/>
              </a:ext>
            </a:extLst>
          </p:cNvPr>
          <p:cNvSpPr>
            <a:spLocks noGrp="1"/>
          </p:cNvSpPr>
          <p:nvPr>
            <p:ph type="title"/>
          </p:nvPr>
        </p:nvSpPr>
        <p:spPr>
          <a:xfrm>
            <a:off x="6035040" y="731520"/>
            <a:ext cx="5394960" cy="2103120"/>
          </a:xfrm>
        </p:spPr>
        <p:txBody>
          <a:bodyPr anchor="b">
            <a:normAutofit/>
          </a:bodyPr>
          <a:lstStyle/>
          <a:p>
            <a:r>
              <a:rPr lang="en-US"/>
              <a:t>Click to edit Master title style</a:t>
            </a:r>
            <a:endParaRPr lang="en-US" dirty="0"/>
          </a:p>
        </p:txBody>
      </p:sp>
      <p:sp>
        <p:nvSpPr>
          <p:cNvPr id="21" name="Content Placeholder 47" descr="Click icon to add picture">
            <a:extLst>
              <a:ext uri="{FF2B5EF4-FFF2-40B4-BE49-F238E27FC236}">
                <a16:creationId xmlns:a16="http://schemas.microsoft.com/office/drawing/2014/main" id="{B7E46D91-6194-E279-CAE3-425E21FD4A83}"/>
              </a:ext>
            </a:extLst>
          </p:cNvPr>
          <p:cNvSpPr>
            <a:spLocks noGrp="1"/>
          </p:cNvSpPr>
          <p:nvPr>
            <p:ph type="body" sz="quarter" idx="27"/>
          </p:nvPr>
        </p:nvSpPr>
        <p:spPr>
          <a:xfrm>
            <a:off x="6035040" y="3108960"/>
            <a:ext cx="5394960" cy="1879791"/>
          </a:xfrm>
          <a:prstGeom prst="rect">
            <a:avLst/>
          </a:prstGeom>
        </p:spPr>
        <p:txBody>
          <a:bodyPr anchor="t">
            <a:normAutofit/>
          </a:bodyPr>
          <a:lstStyle>
            <a:lvl1pPr marL="0" indent="0" algn="l">
              <a:lnSpc>
                <a:spcPct val="100000"/>
              </a:lnSpc>
              <a:buNone/>
              <a:defRPr sz="1800" b="0">
                <a:solidFill>
                  <a:schemeClr val="bg1"/>
                </a:solidFill>
              </a:defRPr>
            </a:lvl1pPr>
            <a:lvl2pPr>
              <a:defRPr sz="1000"/>
            </a:lvl2pPr>
            <a:lvl3pPr>
              <a:defRPr sz="900"/>
            </a:lvl3pPr>
            <a:lvl4pPr>
              <a:defRPr sz="800"/>
            </a:lvl4pPr>
            <a:lvl5pPr>
              <a:defRPr sz="800"/>
            </a:lvl5pPr>
          </a:lstStyle>
          <a:p>
            <a:pPr lvl="0"/>
            <a:r>
              <a:rPr lang="en-US" altLang="zh-CN"/>
              <a:t>Click to edit Master text styles</a:t>
            </a:r>
          </a:p>
        </p:txBody>
      </p:sp>
      <p:sp>
        <p:nvSpPr>
          <p:cNvPr id="40" name="Freeform 39">
            <a:extLst>
              <a:ext uri="{FF2B5EF4-FFF2-40B4-BE49-F238E27FC236}">
                <a16:creationId xmlns:a16="http://schemas.microsoft.com/office/drawing/2014/main" id="{E3C8467A-0A34-2A65-92FE-F12F6A3D84A6}"/>
              </a:ext>
            </a:extLst>
          </p:cNvPr>
          <p:cNvSpPr/>
          <p:nvPr userDrawn="1"/>
        </p:nvSpPr>
        <p:spPr>
          <a:xfrm>
            <a:off x="-6538" y="1815084"/>
            <a:ext cx="697438" cy="1266696"/>
          </a:xfrm>
          <a:custGeom>
            <a:avLst/>
            <a:gdLst>
              <a:gd name="connsiteX0" fmla="*/ 0 w 732607"/>
              <a:gd name="connsiteY0" fmla="*/ 0 h 1266696"/>
              <a:gd name="connsiteX1" fmla="*/ 372701 w 732607"/>
              <a:gd name="connsiteY1" fmla="*/ 0 h 1266696"/>
              <a:gd name="connsiteX2" fmla="*/ 732607 w 732607"/>
              <a:gd name="connsiteY2" fmla="*/ 633348 h 1266696"/>
              <a:gd name="connsiteX3" fmla="*/ 372701 w 732607"/>
              <a:gd name="connsiteY3" fmla="*/ 1266696 h 1266696"/>
              <a:gd name="connsiteX4" fmla="*/ 0 w 732607"/>
              <a:gd name="connsiteY4" fmla="*/ 1266696 h 1266696"/>
              <a:gd name="connsiteX0" fmla="*/ 43961 w 732607"/>
              <a:gd name="connsiteY0" fmla="*/ 8793 h 1266696"/>
              <a:gd name="connsiteX1" fmla="*/ 372701 w 732607"/>
              <a:gd name="connsiteY1" fmla="*/ 0 h 1266696"/>
              <a:gd name="connsiteX2" fmla="*/ 732607 w 732607"/>
              <a:gd name="connsiteY2" fmla="*/ 633348 h 1266696"/>
              <a:gd name="connsiteX3" fmla="*/ 372701 w 732607"/>
              <a:gd name="connsiteY3" fmla="*/ 1266696 h 1266696"/>
              <a:gd name="connsiteX4" fmla="*/ 0 w 732607"/>
              <a:gd name="connsiteY4" fmla="*/ 1266696 h 1266696"/>
              <a:gd name="connsiteX5" fmla="*/ 43961 w 732607"/>
              <a:gd name="connsiteY5" fmla="*/ 8793 h 1266696"/>
              <a:gd name="connsiteX0" fmla="*/ 8792 w 697438"/>
              <a:gd name="connsiteY0" fmla="*/ 8793 h 1266696"/>
              <a:gd name="connsiteX1" fmla="*/ 337532 w 697438"/>
              <a:gd name="connsiteY1" fmla="*/ 0 h 1266696"/>
              <a:gd name="connsiteX2" fmla="*/ 697438 w 697438"/>
              <a:gd name="connsiteY2" fmla="*/ 633348 h 1266696"/>
              <a:gd name="connsiteX3" fmla="*/ 337532 w 697438"/>
              <a:gd name="connsiteY3" fmla="*/ 1266696 h 1266696"/>
              <a:gd name="connsiteX4" fmla="*/ 0 w 697438"/>
              <a:gd name="connsiteY4" fmla="*/ 1266696 h 1266696"/>
              <a:gd name="connsiteX5" fmla="*/ 8792 w 697438"/>
              <a:gd name="connsiteY5" fmla="*/ 8793 h 12666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97438" h="1266696">
                <a:moveTo>
                  <a:pt x="8792" y="8793"/>
                </a:moveTo>
                <a:lnTo>
                  <a:pt x="337532" y="0"/>
                </a:lnTo>
                <a:lnTo>
                  <a:pt x="697438" y="633348"/>
                </a:lnTo>
                <a:lnTo>
                  <a:pt x="337532" y="1266696"/>
                </a:lnTo>
                <a:lnTo>
                  <a:pt x="0" y="1266696"/>
                </a:lnTo>
                <a:cubicBezTo>
                  <a:pt x="0" y="844464"/>
                  <a:pt x="8792" y="431025"/>
                  <a:pt x="8792" y="8793"/>
                </a:cubicBezTo>
                <a:close/>
              </a:path>
            </a:pathLst>
          </a:custGeom>
          <a:noFill/>
          <a:ln w="19050">
            <a:solidFill>
              <a:schemeClr val="accent5">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Tree>
    <p:extLst>
      <p:ext uri="{BB962C8B-B14F-4D97-AF65-F5344CB8AC3E}">
        <p14:creationId xmlns:p14="http://schemas.microsoft.com/office/powerpoint/2010/main" val="314733420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2"/>
        </a:solidFill>
        <a:effectLst/>
      </p:bgPr>
    </p:bg>
    <p:spTree>
      <p:nvGrpSpPr>
        <p:cNvPr id="1" name=""/>
        <p:cNvGrpSpPr/>
        <p:nvPr/>
      </p:nvGrpSpPr>
      <p:grpSpPr>
        <a:xfrm>
          <a:off x="0" y="0"/>
          <a:ext cx="0" cy="0"/>
          <a:chOff x="0" y="0"/>
          <a:chExt cx="0" cy="0"/>
        </a:xfrm>
      </p:grpSpPr>
      <p:sp>
        <p:nvSpPr>
          <p:cNvPr id="4" name="Content placeholder 47">
            <a:extLst>
              <a:ext uri="{FF2B5EF4-FFF2-40B4-BE49-F238E27FC236}">
                <a16:creationId xmlns:a16="http://schemas.microsoft.com/office/drawing/2014/main" id="{28B6388A-37D2-4382-A7FC-9B9A76BDE84D}"/>
              </a:ext>
            </a:extLst>
          </p:cNvPr>
          <p:cNvSpPr>
            <a:spLocks noGrp="1"/>
          </p:cNvSpPr>
          <p:nvPr>
            <p:ph type="sldNum" sz="quarter" idx="4"/>
          </p:nvPr>
        </p:nvSpPr>
        <p:spPr>
          <a:xfrm>
            <a:off x="11194169" y="6217920"/>
            <a:ext cx="458592" cy="365125"/>
          </a:xfrm>
          <a:prstGeom prst="rect">
            <a:avLst/>
          </a:prstGeom>
        </p:spPr>
        <p:txBody>
          <a:bodyPr vert="horz" lIns="91440" tIns="45720" rIns="91440" bIns="45720" rtlCol="0" anchor="ctr">
            <a:noAutofit/>
          </a:bodyPr>
          <a:lstStyle>
            <a:lvl1pPr algn="ctr">
              <a:defRPr sz="1200">
                <a:solidFill>
                  <a:schemeClr val="bg1"/>
                </a:solidFill>
                <a:latin typeface="+mn-lt"/>
              </a:defRPr>
            </a:lvl1pPr>
          </a:lstStyle>
          <a:p>
            <a:fld id="{47FEACEE-25B4-4A2D-B147-27296E36371D}" type="slidenum">
              <a:rPr lang="en-US" altLang="zh-CN" noProof="0" smtClean="0"/>
              <a:pPr/>
              <a:t>‹#›</a:t>
            </a:fld>
            <a:endParaRPr lang="en-US" altLang="zh-CN" noProof="0" dirty="0"/>
          </a:p>
        </p:txBody>
      </p:sp>
      <p:sp>
        <p:nvSpPr>
          <p:cNvPr id="6" name="Text Placeholder 2">
            <a:extLst>
              <a:ext uri="{FF2B5EF4-FFF2-40B4-BE49-F238E27FC236}">
                <a16:creationId xmlns:a16="http://schemas.microsoft.com/office/drawing/2014/main" id="{18CB8A3D-9A54-FD7C-F6A5-B33E6C891A4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5" name="Title Placeholder 4">
            <a:extLst>
              <a:ext uri="{FF2B5EF4-FFF2-40B4-BE49-F238E27FC236}">
                <a16:creationId xmlns:a16="http://schemas.microsoft.com/office/drawing/2014/main" id="{F38A7675-78A2-B642-22AF-B98514C68B0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Autofit/>
          </a:bodyPr>
          <a:lstStyle/>
          <a:p>
            <a:r>
              <a:rPr lang="en-US" noProof="0"/>
              <a:t>Click to edit Master title style</a:t>
            </a:r>
          </a:p>
        </p:txBody>
      </p:sp>
      <p:sp>
        <p:nvSpPr>
          <p:cNvPr id="8" name="Footer Placeholder 7">
            <a:extLst>
              <a:ext uri="{FF2B5EF4-FFF2-40B4-BE49-F238E27FC236}">
                <a16:creationId xmlns:a16="http://schemas.microsoft.com/office/drawing/2014/main" id="{C176125D-E69D-E2ED-1549-3D67DBD487E0}"/>
              </a:ext>
            </a:extLst>
          </p:cNvPr>
          <p:cNvSpPr>
            <a:spLocks noGrp="1"/>
          </p:cNvSpPr>
          <p:nvPr>
            <p:ph type="ftr" sz="quarter" idx="3"/>
          </p:nvPr>
        </p:nvSpPr>
        <p:spPr>
          <a:xfrm>
            <a:off x="914400" y="6217920"/>
            <a:ext cx="4114800" cy="365125"/>
          </a:xfrm>
          <a:prstGeom prst="rect">
            <a:avLst/>
          </a:prstGeom>
        </p:spPr>
        <p:txBody>
          <a:bodyPr vert="horz" lIns="91440" tIns="45720" rIns="91440" bIns="45720" rtlCol="0" anchor="ctr">
            <a:noAutofit/>
          </a:bodyPr>
          <a:lstStyle>
            <a:lvl1pPr algn="l">
              <a:defRPr sz="1200">
                <a:solidFill>
                  <a:schemeClr val="bg1"/>
                </a:solidFill>
                <a:latin typeface="+mn-lt"/>
              </a:defRPr>
            </a:lvl1pPr>
          </a:lstStyle>
          <a:p>
            <a:endParaRPr lang="en-US" noProof="0" dirty="0"/>
          </a:p>
        </p:txBody>
      </p:sp>
    </p:spTree>
    <p:extLst>
      <p:ext uri="{BB962C8B-B14F-4D97-AF65-F5344CB8AC3E}">
        <p14:creationId xmlns:p14="http://schemas.microsoft.com/office/powerpoint/2010/main" val="2020574204"/>
      </p:ext>
    </p:extLst>
  </p:cSld>
  <p:clrMap bg1="lt1" tx1="dk1" bg2="lt2" tx2="dk2" accent1="accent1" accent2="accent2" accent3="accent3" accent4="accent4" accent5="accent5" accent6="accent6" hlink="hlink" folHlink="folHlink"/>
  <p:sldLayoutIdLst>
    <p:sldLayoutId id="2147483667" r:id="rId1"/>
    <p:sldLayoutId id="2147483671" r:id="rId2"/>
    <p:sldLayoutId id="2147483674" r:id="rId3"/>
    <p:sldLayoutId id="2147483670" r:id="rId4"/>
    <p:sldLayoutId id="2147483669" r:id="rId5"/>
    <p:sldLayoutId id="2147483655" r:id="rId6"/>
    <p:sldLayoutId id="2147483651" r:id="rId7"/>
    <p:sldLayoutId id="2147483662" r:id="rId8"/>
    <p:sldLayoutId id="2147483653" r:id="rId9"/>
    <p:sldLayoutId id="2147483663" r:id="rId10"/>
    <p:sldLayoutId id="2147483665" r:id="rId11"/>
  </p:sldLayoutIdLst>
  <p:hf hdr="0" ftr="0" dt="0"/>
  <p:txStyles>
    <p:titleStyle>
      <a:lvl1pPr algn="l" defTabSz="914400" rtl="0" eaLnBrk="1" latinLnBrk="0" hangingPunct="1">
        <a:lnSpc>
          <a:spcPct val="90000"/>
        </a:lnSpc>
        <a:spcBef>
          <a:spcPct val="0"/>
        </a:spcBef>
        <a:buNone/>
        <a:defRPr sz="4400" b="1" kern="1200">
          <a:solidFill>
            <a:schemeClr val="bg1"/>
          </a:solidFill>
          <a:latin typeface="+mj-lt"/>
          <a:ea typeface="+mj-ea"/>
          <a:cs typeface="+mj-cs"/>
        </a:defRPr>
      </a:lvl1pPr>
    </p:titleStyle>
    <p:bodyStyle>
      <a:lvl1pPr marL="347472" indent="-347472" algn="l" defTabSz="914400" rtl="0" eaLnBrk="1" latinLnBrk="0" hangingPunct="1">
        <a:lnSpc>
          <a:spcPct val="90000"/>
        </a:lnSpc>
        <a:spcBef>
          <a:spcPts val="1500"/>
        </a:spcBef>
        <a:buFont typeface="Arial" panose="020B0604020202020204" pitchFamily="34" charset="0"/>
        <a:buChar char="•"/>
        <a:defRPr sz="2000" kern="1200">
          <a:solidFill>
            <a:schemeClr val="bg1"/>
          </a:solidFill>
          <a:latin typeface="+mn-lt"/>
          <a:ea typeface="+mn-ea"/>
          <a:cs typeface="+mn-cs"/>
        </a:defRPr>
      </a:lvl1pPr>
      <a:lvl2pPr marL="731520" indent="-347472" algn="l" defTabSz="914400" rtl="0" eaLnBrk="1" latinLnBrk="0" hangingPunct="1">
        <a:lnSpc>
          <a:spcPct val="90000"/>
        </a:lnSpc>
        <a:spcBef>
          <a:spcPts val="1500"/>
        </a:spcBef>
        <a:buFont typeface="Arial" panose="020B0604020202020204" pitchFamily="34" charset="0"/>
        <a:buChar char="•"/>
        <a:defRPr sz="2000" kern="1200">
          <a:solidFill>
            <a:schemeClr val="bg1"/>
          </a:solidFill>
          <a:latin typeface="+mn-lt"/>
          <a:ea typeface="+mn-ea"/>
          <a:cs typeface="+mn-cs"/>
        </a:defRPr>
      </a:lvl2pPr>
      <a:lvl3pPr marL="1097280" indent="-347472" algn="l" defTabSz="914400" rtl="0" eaLnBrk="1" latinLnBrk="0" hangingPunct="1">
        <a:lnSpc>
          <a:spcPct val="90000"/>
        </a:lnSpc>
        <a:spcBef>
          <a:spcPts val="1500"/>
        </a:spcBef>
        <a:buFont typeface="Arial" panose="020B0604020202020204" pitchFamily="34" charset="0"/>
        <a:buChar char="•"/>
        <a:defRPr sz="2000" kern="1200">
          <a:solidFill>
            <a:schemeClr val="bg1"/>
          </a:solidFill>
          <a:latin typeface="+mn-lt"/>
          <a:ea typeface="+mn-ea"/>
          <a:cs typeface="+mn-cs"/>
        </a:defRPr>
      </a:lvl3pPr>
      <a:lvl4pPr marL="1463040" indent="-347472" algn="l" defTabSz="914400" rtl="0" eaLnBrk="1" latinLnBrk="0" hangingPunct="1">
        <a:lnSpc>
          <a:spcPct val="90000"/>
        </a:lnSpc>
        <a:spcBef>
          <a:spcPts val="1500"/>
        </a:spcBef>
        <a:buFont typeface="Arial" panose="020B0604020202020204" pitchFamily="34" charset="0"/>
        <a:buChar char="•"/>
        <a:defRPr sz="2000" kern="1200">
          <a:solidFill>
            <a:schemeClr val="bg1"/>
          </a:solidFill>
          <a:latin typeface="+mn-lt"/>
          <a:ea typeface="+mn-ea"/>
          <a:cs typeface="+mn-cs"/>
        </a:defRPr>
      </a:lvl4pPr>
      <a:lvl5pPr marL="1828800" indent="-347472" algn="l" defTabSz="914400" rtl="0" eaLnBrk="1" latinLnBrk="0" hangingPunct="1">
        <a:lnSpc>
          <a:spcPct val="90000"/>
        </a:lnSpc>
        <a:spcBef>
          <a:spcPts val="1500"/>
        </a:spcBef>
        <a:buFont typeface="Arial" panose="020B0604020202020204" pitchFamily="34" charset="0"/>
        <a:buChar char="•"/>
        <a:defRPr sz="20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4032" userDrawn="1">
          <p15:clr>
            <a:srgbClr val="F26B43"/>
          </p15:clr>
        </p15:guide>
        <p15:guide id="2" pos="3840" userDrawn="1">
          <p15:clr>
            <a:srgbClr val="F26B43"/>
          </p15:clr>
        </p15:guide>
        <p15:guide id="3" pos="5640" userDrawn="1">
          <p15:clr>
            <a:srgbClr val="F26B43"/>
          </p15:clr>
        </p15:guide>
        <p15:guide id="4" pos="1656" userDrawn="1">
          <p15:clr>
            <a:srgbClr val="F26B43"/>
          </p15:clr>
        </p15:guide>
        <p15:guide id="5" pos="5208"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hyperlink" Target="https://download.microsoft.com/download/F/9/5/F957DDEA-0868-4211-8F12-D07C26DF94BC/Connect%20Apps%20-%20Getting%20you%20started%20-%20August%202018.pdf" TargetMode="Externa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hyperlink" Target="https://download.microsoft.com/download/F/9/5/F957DDEA-0868-4211-8F12-D07C26DF94BC/Connect%20Apps%20-%20Getting%20you%20started%20-%20August%202018.pdf" TargetMode="Externa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hyperlink" Target="https://learn.microsoft.com/en-us/dynamics365/business-central/dev-itpro/developer/readiness/readiness-add-on-apps-getting-you-started" TargetMode="External"/><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3.xml"/><Relationship Id="rId1" Type="http://schemas.openxmlformats.org/officeDocument/2006/relationships/slideLayout" Target="../slideLayouts/slideLayout6.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7.xml"/><Relationship Id="rId4" Type="http://schemas.microsoft.com/office/2007/relationships/hdphoto" Target="../media/hdphoto1.wdp"/></Relationships>
</file>

<file path=ppt/slides/_rels/slide9.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hyperlink" Target="https://partner.microsoft.com/dashboard/account/v3/enrollment/introduction/azureisv/" TargetMode="External"/><Relationship Id="rId2" Type="http://schemas.openxmlformats.org/officeDocument/2006/relationships/notesSlide" Target="../notesSlides/notesSlide8.xml"/><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3" Type="http://schemas.openxmlformats.org/officeDocument/2006/relationships/hyperlink" Target="https://aka.ms/Collaborate/" TargetMode="External"/><Relationship Id="rId2" Type="http://schemas.openxmlformats.org/officeDocument/2006/relationships/notesSlide" Target="../notesSlides/notesSlide9.xml"/><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93A3B864-5E85-99D2-93E5-5CA1F4F35DC7}"/>
              </a:ext>
            </a:extLst>
          </p:cNvPr>
          <p:cNvSpPr>
            <a:spLocks noGrp="1"/>
          </p:cNvSpPr>
          <p:nvPr>
            <p:ph type="title"/>
          </p:nvPr>
        </p:nvSpPr>
        <p:spPr>
          <a:xfrm>
            <a:off x="1144292" y="731520"/>
            <a:ext cx="5029200" cy="3291840"/>
          </a:xfrm>
        </p:spPr>
        <p:txBody>
          <a:bodyPr lIns="0" anchor="b" anchorCtr="0"/>
          <a:lstStyle/>
          <a:p>
            <a:r>
              <a:rPr lang="en-US" altLang="zh-CN" dirty="0"/>
              <a:t>How to bring your app to AppStore</a:t>
            </a:r>
            <a:endParaRPr lang="en-US" dirty="0"/>
          </a:p>
        </p:txBody>
      </p:sp>
      <p:sp>
        <p:nvSpPr>
          <p:cNvPr id="9" name="Text Placeholder 8">
            <a:extLst>
              <a:ext uri="{FF2B5EF4-FFF2-40B4-BE49-F238E27FC236}">
                <a16:creationId xmlns:a16="http://schemas.microsoft.com/office/drawing/2014/main" id="{485E0237-B9A1-0B58-E0AA-05EF84817EB4}"/>
              </a:ext>
            </a:extLst>
          </p:cNvPr>
          <p:cNvSpPr>
            <a:spLocks noGrp="1"/>
          </p:cNvSpPr>
          <p:nvPr>
            <p:ph type="body" sz="quarter" idx="28"/>
          </p:nvPr>
        </p:nvSpPr>
        <p:spPr>
          <a:xfrm>
            <a:off x="1260894" y="4172084"/>
            <a:ext cx="4912598" cy="914400"/>
          </a:xfrm>
        </p:spPr>
        <p:txBody>
          <a:bodyPr/>
          <a:lstStyle/>
          <a:p>
            <a:r>
              <a:rPr lang="en-US" dirty="0" err="1"/>
              <a:t>Goldenpath</a:t>
            </a:r>
            <a:r>
              <a:rPr lang="en-US" dirty="0"/>
              <a:t>-software</a:t>
            </a:r>
          </a:p>
        </p:txBody>
      </p:sp>
      <p:pic>
        <p:nvPicPr>
          <p:cNvPr id="20" name="Picture Placeholder 19" descr="Two people looking at a laptop at a table">
            <a:extLst>
              <a:ext uri="{FF2B5EF4-FFF2-40B4-BE49-F238E27FC236}">
                <a16:creationId xmlns:a16="http://schemas.microsoft.com/office/drawing/2014/main" id="{E83BB08F-E403-8715-0B24-AD9E4B72C80E}"/>
              </a:ext>
            </a:extLst>
          </p:cNvPr>
          <p:cNvPicPr>
            <a:picLocks noGrp="1" noChangeAspect="1"/>
          </p:cNvPicPr>
          <p:nvPr>
            <p:ph type="pic" sz="quarter" idx="47"/>
          </p:nvPr>
        </p:nvPicPr>
        <p:blipFill>
          <a:blip r:embed="rId3"/>
          <a:srcRect l="23" r="23"/>
          <a:stretch/>
        </p:blipFill>
        <p:spPr>
          <a:xfrm>
            <a:off x="6742557" y="821836"/>
            <a:ext cx="4405503" cy="5066346"/>
          </a:xfrm>
        </p:spPr>
      </p:pic>
    </p:spTree>
    <p:extLst>
      <p:ext uri="{BB962C8B-B14F-4D97-AF65-F5344CB8AC3E}">
        <p14:creationId xmlns:p14="http://schemas.microsoft.com/office/powerpoint/2010/main" val="389844792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5F021C-3CEB-0FBA-DA89-C9C82E741BB3}"/>
              </a:ext>
            </a:extLst>
          </p:cNvPr>
          <p:cNvSpPr>
            <a:spLocks noGrp="1"/>
          </p:cNvSpPr>
          <p:nvPr>
            <p:ph type="title"/>
          </p:nvPr>
        </p:nvSpPr>
        <p:spPr>
          <a:xfrm>
            <a:off x="914400" y="3429000"/>
            <a:ext cx="4206240" cy="2377440"/>
          </a:xfrm>
        </p:spPr>
        <p:txBody>
          <a:bodyPr anchor="t" anchorCtr="0"/>
          <a:lstStyle/>
          <a:p>
            <a:r>
              <a:rPr lang="en-US" dirty="0"/>
              <a:t>Agenda </a:t>
            </a:r>
          </a:p>
        </p:txBody>
      </p:sp>
      <p:sp>
        <p:nvSpPr>
          <p:cNvPr id="3" name="Text Placeholder 2">
            <a:extLst>
              <a:ext uri="{FF2B5EF4-FFF2-40B4-BE49-F238E27FC236}">
                <a16:creationId xmlns:a16="http://schemas.microsoft.com/office/drawing/2014/main" id="{3C6746B3-AFD9-641E-7CBF-9A783646B368}"/>
              </a:ext>
            </a:extLst>
          </p:cNvPr>
          <p:cNvSpPr>
            <a:spLocks noGrp="1"/>
          </p:cNvSpPr>
          <p:nvPr>
            <p:ph sz="quarter" idx="35"/>
          </p:nvPr>
        </p:nvSpPr>
        <p:spPr>
          <a:xfrm>
            <a:off x="5394325" y="3429000"/>
            <a:ext cx="3475038" cy="2378075"/>
          </a:xfrm>
        </p:spPr>
        <p:txBody>
          <a:bodyPr anchor="t" anchorCtr="0"/>
          <a:lstStyle/>
          <a:p>
            <a:r>
              <a:rPr lang="en-US" dirty="0"/>
              <a:t>Growth strategy</a:t>
            </a:r>
          </a:p>
          <a:p>
            <a:r>
              <a:rPr lang="en-US" dirty="0"/>
              <a:t>Market analysis</a:t>
            </a:r>
          </a:p>
          <a:p>
            <a:r>
              <a:rPr lang="en-US" dirty="0"/>
              <a:t>Financial overview</a:t>
            </a:r>
          </a:p>
          <a:p>
            <a:r>
              <a:rPr lang="en-US" dirty="0"/>
              <a:t>Innovative solutions</a:t>
            </a:r>
          </a:p>
          <a:p>
            <a:r>
              <a:rPr lang="en-US" dirty="0"/>
              <a:t>Future initiatives</a:t>
            </a:r>
          </a:p>
        </p:txBody>
      </p:sp>
      <p:sp>
        <p:nvSpPr>
          <p:cNvPr id="4" name="Slide Number Placeholder 3">
            <a:extLst>
              <a:ext uri="{FF2B5EF4-FFF2-40B4-BE49-F238E27FC236}">
                <a16:creationId xmlns:a16="http://schemas.microsoft.com/office/drawing/2014/main" id="{5D559569-83D5-A20B-653C-B9D6C8D98164}"/>
              </a:ext>
            </a:extLst>
          </p:cNvPr>
          <p:cNvSpPr>
            <a:spLocks noGrp="1"/>
          </p:cNvSpPr>
          <p:nvPr>
            <p:ph type="sldNum" sz="quarter" idx="34"/>
          </p:nvPr>
        </p:nvSpPr>
        <p:spPr/>
        <p:txBody>
          <a:bodyPr/>
          <a:lstStyle/>
          <a:p>
            <a:fld id="{47FEACEE-25B4-4A2D-B147-27296E36371D}" type="slidenum">
              <a:rPr lang="en-US" altLang="zh-CN" noProof="0" smtClean="0"/>
              <a:pPr/>
              <a:t>2</a:t>
            </a:fld>
            <a:endParaRPr lang="en-US" altLang="zh-CN" noProof="0" dirty="0"/>
          </a:p>
        </p:txBody>
      </p:sp>
    </p:spTree>
    <p:extLst>
      <p:ext uri="{BB962C8B-B14F-4D97-AF65-F5344CB8AC3E}">
        <p14:creationId xmlns:p14="http://schemas.microsoft.com/office/powerpoint/2010/main" val="148508079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F2A73C-F597-27B7-8F29-D6406DC4DB9A}"/>
              </a:ext>
            </a:extLst>
          </p:cNvPr>
          <p:cNvSpPr>
            <a:spLocks noGrp="1"/>
          </p:cNvSpPr>
          <p:nvPr>
            <p:ph type="title"/>
          </p:nvPr>
        </p:nvSpPr>
        <p:spPr>
          <a:xfrm>
            <a:off x="5998464" y="731520"/>
            <a:ext cx="5029200" cy="3291840"/>
          </a:xfrm>
        </p:spPr>
        <p:txBody>
          <a:bodyPr lIns="0" anchor="b" anchorCtr="0"/>
          <a:lstStyle/>
          <a:p>
            <a:r>
              <a:rPr lang="en-US" dirty="0"/>
              <a:t>Business Central Add-on Apps</a:t>
            </a:r>
          </a:p>
        </p:txBody>
      </p:sp>
      <p:sp>
        <p:nvSpPr>
          <p:cNvPr id="3" name="Text Placeholder 2">
            <a:extLst>
              <a:ext uri="{FF2B5EF4-FFF2-40B4-BE49-F238E27FC236}">
                <a16:creationId xmlns:a16="http://schemas.microsoft.com/office/drawing/2014/main" id="{AC190503-C2C6-37F4-4636-9B4A8A3DE4EB}"/>
              </a:ext>
            </a:extLst>
          </p:cNvPr>
          <p:cNvSpPr>
            <a:spLocks noGrp="1"/>
          </p:cNvSpPr>
          <p:nvPr>
            <p:ph type="body" sz="quarter" idx="28"/>
          </p:nvPr>
        </p:nvSpPr>
        <p:spPr>
          <a:xfrm>
            <a:off x="6117336" y="4172084"/>
            <a:ext cx="4910328" cy="1005840"/>
          </a:xfrm>
        </p:spPr>
        <p:txBody>
          <a:bodyPr>
            <a:normAutofit/>
          </a:bodyPr>
          <a:lstStyle/>
          <a:p>
            <a:r>
              <a:rPr lang="en-US" dirty="0">
                <a:hlinkClick r:id="rId2"/>
              </a:rPr>
              <a:t>White paper</a:t>
            </a:r>
            <a:endParaRPr lang="en-US" dirty="0"/>
          </a:p>
        </p:txBody>
      </p:sp>
    </p:spTree>
    <p:extLst>
      <p:ext uri="{BB962C8B-B14F-4D97-AF65-F5344CB8AC3E}">
        <p14:creationId xmlns:p14="http://schemas.microsoft.com/office/powerpoint/2010/main" val="353011190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37ECB7-21D8-454D-EFEE-920DFE60C63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C90F811-E26C-FAC5-CAB3-52DB65D4567E}"/>
              </a:ext>
            </a:extLst>
          </p:cNvPr>
          <p:cNvSpPr>
            <a:spLocks noGrp="1"/>
          </p:cNvSpPr>
          <p:nvPr>
            <p:ph type="title"/>
          </p:nvPr>
        </p:nvSpPr>
        <p:spPr>
          <a:xfrm>
            <a:off x="5998464" y="731520"/>
            <a:ext cx="5029200" cy="3291840"/>
          </a:xfrm>
        </p:spPr>
        <p:txBody>
          <a:bodyPr lIns="0" anchor="b" anchorCtr="0"/>
          <a:lstStyle/>
          <a:p>
            <a:r>
              <a:rPr lang="en-US" dirty="0"/>
              <a:t>Business Central Connect Apps</a:t>
            </a:r>
          </a:p>
        </p:txBody>
      </p:sp>
      <p:sp>
        <p:nvSpPr>
          <p:cNvPr id="3" name="Text Placeholder 2">
            <a:extLst>
              <a:ext uri="{FF2B5EF4-FFF2-40B4-BE49-F238E27FC236}">
                <a16:creationId xmlns:a16="http://schemas.microsoft.com/office/drawing/2014/main" id="{13F47B2C-4FAC-F0C2-F5C2-135599286B90}"/>
              </a:ext>
            </a:extLst>
          </p:cNvPr>
          <p:cNvSpPr>
            <a:spLocks noGrp="1"/>
          </p:cNvSpPr>
          <p:nvPr>
            <p:ph type="body" sz="quarter" idx="28"/>
          </p:nvPr>
        </p:nvSpPr>
        <p:spPr>
          <a:xfrm>
            <a:off x="6117336" y="4172084"/>
            <a:ext cx="4910328" cy="1005840"/>
          </a:xfrm>
        </p:spPr>
        <p:txBody>
          <a:bodyPr/>
          <a:lstStyle/>
          <a:p>
            <a:r>
              <a:rPr lang="en-US" dirty="0">
                <a:hlinkClick r:id="rId2"/>
              </a:rPr>
              <a:t>White paper</a:t>
            </a:r>
            <a:endParaRPr lang="en-US" dirty="0"/>
          </a:p>
        </p:txBody>
      </p:sp>
    </p:spTree>
    <p:extLst>
      <p:ext uri="{BB962C8B-B14F-4D97-AF65-F5344CB8AC3E}">
        <p14:creationId xmlns:p14="http://schemas.microsoft.com/office/powerpoint/2010/main" val="343547510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35F5E3-2B1C-7C0A-8581-67A9052D13AA}"/>
              </a:ext>
            </a:extLst>
          </p:cNvPr>
          <p:cNvSpPr>
            <a:spLocks noGrp="1"/>
          </p:cNvSpPr>
          <p:nvPr>
            <p:ph type="title"/>
          </p:nvPr>
        </p:nvSpPr>
        <p:spPr>
          <a:xfrm>
            <a:off x="914400" y="2487168"/>
            <a:ext cx="4572000" cy="3383280"/>
          </a:xfrm>
          <a:noFill/>
        </p:spPr>
        <p:txBody>
          <a:bodyPr anchor="t" anchorCtr="0">
            <a:noAutofit/>
          </a:bodyPr>
          <a:lstStyle/>
          <a:p>
            <a:r>
              <a:rPr lang="en-US" dirty="0"/>
              <a:t>Creation of account</a:t>
            </a:r>
            <a:br>
              <a:rPr lang="en-US" dirty="0"/>
            </a:br>
            <a:endParaRPr lang="en-US" dirty="0"/>
          </a:p>
        </p:txBody>
      </p:sp>
      <p:sp>
        <p:nvSpPr>
          <p:cNvPr id="3" name="Content Placeholder 2">
            <a:extLst>
              <a:ext uri="{FF2B5EF4-FFF2-40B4-BE49-F238E27FC236}">
                <a16:creationId xmlns:a16="http://schemas.microsoft.com/office/drawing/2014/main" id="{A6A33159-D030-2F82-A142-F75940728319}"/>
              </a:ext>
            </a:extLst>
          </p:cNvPr>
          <p:cNvSpPr>
            <a:spLocks noGrp="1"/>
          </p:cNvSpPr>
          <p:nvPr>
            <p:ph idx="1"/>
          </p:nvPr>
        </p:nvSpPr>
        <p:spPr>
          <a:xfrm>
            <a:off x="6217920" y="2487168"/>
            <a:ext cx="5029200" cy="3383280"/>
          </a:xfrm>
          <a:noFill/>
        </p:spPr>
        <p:txBody>
          <a:bodyPr>
            <a:normAutofit/>
          </a:bodyPr>
          <a:lstStyle/>
          <a:p>
            <a:r>
              <a:rPr lang="en-US" dirty="0"/>
              <a:t>The recommended order is the following:</a:t>
            </a:r>
          </a:p>
          <a:p>
            <a:r>
              <a:rPr lang="en-US" b="1" dirty="0"/>
              <a:t>STEP 1</a:t>
            </a:r>
            <a:r>
              <a:rPr lang="en-US" dirty="0"/>
              <a:t>: Create and set up your accounts.</a:t>
            </a:r>
          </a:p>
          <a:p>
            <a:r>
              <a:rPr lang="en-US" b="1" dirty="0"/>
              <a:t>STEP 2</a:t>
            </a:r>
            <a:r>
              <a:rPr lang="en-US" dirty="0"/>
              <a:t>: Develop your app.</a:t>
            </a:r>
          </a:p>
          <a:p>
            <a:r>
              <a:rPr lang="en-US" b="1" dirty="0"/>
              <a:t>STEP 3</a:t>
            </a:r>
            <a:r>
              <a:rPr lang="en-US" dirty="0"/>
              <a:t>: Initiate the validation and publication process.</a:t>
            </a:r>
          </a:p>
          <a:p>
            <a:pPr marL="0" indent="0">
              <a:buNone/>
            </a:pPr>
            <a:r>
              <a:rPr lang="en-US" dirty="0"/>
              <a:t>More information about steps 2 and 3 are available in the following units of </a:t>
            </a:r>
            <a:r>
              <a:rPr lang="en-US" dirty="0">
                <a:hlinkClick r:id="rId3"/>
              </a:rPr>
              <a:t>this module.</a:t>
            </a:r>
            <a:endParaRPr lang="en-US" dirty="0"/>
          </a:p>
        </p:txBody>
      </p:sp>
      <p:sp>
        <p:nvSpPr>
          <p:cNvPr id="4" name="Slide Number Placeholder 3">
            <a:extLst>
              <a:ext uri="{FF2B5EF4-FFF2-40B4-BE49-F238E27FC236}">
                <a16:creationId xmlns:a16="http://schemas.microsoft.com/office/drawing/2014/main" id="{14D4AF3B-CC38-C6F7-1058-2FC5EE48D7F2}"/>
              </a:ext>
            </a:extLst>
          </p:cNvPr>
          <p:cNvSpPr>
            <a:spLocks noGrp="1"/>
          </p:cNvSpPr>
          <p:nvPr>
            <p:ph type="sldNum" sz="quarter" idx="12"/>
          </p:nvPr>
        </p:nvSpPr>
        <p:spPr/>
        <p:txBody>
          <a:bodyPr/>
          <a:lstStyle/>
          <a:p>
            <a:fld id="{69E57DC2-970A-4B3E-BB1C-7A09969E49DF}" type="slidenum">
              <a:rPr lang="en-US" smtClean="0"/>
              <a:t>5</a:t>
            </a:fld>
            <a:endParaRPr lang="en-US" dirty="0"/>
          </a:p>
        </p:txBody>
      </p:sp>
    </p:spTree>
    <p:extLst>
      <p:ext uri="{BB962C8B-B14F-4D97-AF65-F5344CB8AC3E}">
        <p14:creationId xmlns:p14="http://schemas.microsoft.com/office/powerpoint/2010/main" val="366667467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5A61EC-5F42-6AB8-DF35-480F070288EB}"/>
              </a:ext>
            </a:extLst>
          </p:cNvPr>
          <p:cNvSpPr>
            <a:spLocks noGrp="1"/>
          </p:cNvSpPr>
          <p:nvPr>
            <p:ph type="title"/>
          </p:nvPr>
        </p:nvSpPr>
        <p:spPr>
          <a:xfrm>
            <a:off x="1143000" y="3200400"/>
            <a:ext cx="5029200" cy="2743200"/>
          </a:xfrm>
        </p:spPr>
        <p:txBody>
          <a:bodyPr lIns="0" anchor="t" anchorCtr="0"/>
          <a:lstStyle/>
          <a:p>
            <a:r>
              <a:rPr lang="en-US" dirty="0"/>
              <a:t>Overview of accounts</a:t>
            </a:r>
          </a:p>
        </p:txBody>
      </p:sp>
      <p:sp>
        <p:nvSpPr>
          <p:cNvPr id="3" name="Text Placeholder 2">
            <a:extLst>
              <a:ext uri="{FF2B5EF4-FFF2-40B4-BE49-F238E27FC236}">
                <a16:creationId xmlns:a16="http://schemas.microsoft.com/office/drawing/2014/main" id="{2A399339-FABF-04A2-4090-C38B947B2B8B}"/>
              </a:ext>
            </a:extLst>
          </p:cNvPr>
          <p:cNvSpPr>
            <a:spLocks noGrp="1"/>
          </p:cNvSpPr>
          <p:nvPr>
            <p:ph type="body" sz="quarter" idx="28"/>
          </p:nvPr>
        </p:nvSpPr>
        <p:spPr>
          <a:xfrm>
            <a:off x="1261872" y="2240280"/>
            <a:ext cx="5029200" cy="760288"/>
          </a:xfrm>
        </p:spPr>
        <p:txBody>
          <a:bodyPr anchor="b" anchorCtr="0"/>
          <a:lstStyle/>
          <a:p>
            <a:r>
              <a:rPr lang="en-US" dirty="0"/>
              <a:t>Unlocking new horizons</a:t>
            </a:r>
          </a:p>
        </p:txBody>
      </p:sp>
      <p:pic>
        <p:nvPicPr>
          <p:cNvPr id="12" name="Picture Placeholder 11" descr="A person sitting at their deck and a person walking to their desk">
            <a:extLst>
              <a:ext uri="{FF2B5EF4-FFF2-40B4-BE49-F238E27FC236}">
                <a16:creationId xmlns:a16="http://schemas.microsoft.com/office/drawing/2014/main" id="{7372550F-E2C0-2C0B-0ABA-5672CEBF71D0}"/>
              </a:ext>
            </a:extLst>
          </p:cNvPr>
          <p:cNvPicPr>
            <a:picLocks noGrp="1" noChangeAspect="1"/>
          </p:cNvPicPr>
          <p:nvPr>
            <p:ph type="pic" sz="quarter" idx="47"/>
          </p:nvPr>
        </p:nvPicPr>
        <p:blipFill>
          <a:blip r:embed="rId2"/>
          <a:srcRect l="10" r="10"/>
          <a:stretch/>
        </p:blipFill>
        <p:spPr>
          <a:xfrm>
            <a:off x="7493157" y="529148"/>
            <a:ext cx="4248873" cy="4731130"/>
          </a:xfrm>
        </p:spPr>
      </p:pic>
    </p:spTree>
    <p:extLst>
      <p:ext uri="{BB962C8B-B14F-4D97-AF65-F5344CB8AC3E}">
        <p14:creationId xmlns:p14="http://schemas.microsoft.com/office/powerpoint/2010/main" val="273508757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4379BBF1-9BC2-6DCE-0154-8873469878A5}"/>
              </a:ext>
            </a:extLst>
          </p:cNvPr>
          <p:cNvSpPr>
            <a:spLocks noGrp="1"/>
          </p:cNvSpPr>
          <p:nvPr>
            <p:ph type="title"/>
          </p:nvPr>
        </p:nvSpPr>
        <p:spPr>
          <a:xfrm>
            <a:off x="914400" y="731520"/>
            <a:ext cx="4663440" cy="1737360"/>
          </a:xfrm>
        </p:spPr>
        <p:txBody>
          <a:bodyPr/>
          <a:lstStyle/>
          <a:p>
            <a:r>
              <a:rPr lang="en-US" dirty="0"/>
              <a:t>Type of accounts</a:t>
            </a:r>
          </a:p>
        </p:txBody>
      </p:sp>
      <p:graphicFrame>
        <p:nvGraphicFramePr>
          <p:cNvPr id="11" name="Table Placeholder 6" descr="A timeline of the product launch">
            <a:extLst>
              <a:ext uri="{FF2B5EF4-FFF2-40B4-BE49-F238E27FC236}">
                <a16:creationId xmlns:a16="http://schemas.microsoft.com/office/drawing/2014/main" id="{A9E2E0E1-AAB8-A475-781D-7E66AD5CFE21}"/>
              </a:ext>
            </a:extLst>
          </p:cNvPr>
          <p:cNvGraphicFramePr>
            <a:graphicFrameLocks noGrp="1"/>
          </p:cNvGraphicFramePr>
          <p:nvPr>
            <p:ph idx="30"/>
            <p:extLst>
              <p:ext uri="{D42A27DB-BD31-4B8C-83A1-F6EECF244321}">
                <p14:modId xmlns:p14="http://schemas.microsoft.com/office/powerpoint/2010/main" val="4212808030"/>
              </p:ext>
            </p:extLst>
          </p:nvPr>
        </p:nvGraphicFramePr>
        <p:xfrm>
          <a:off x="914400" y="2341563"/>
          <a:ext cx="8348663" cy="377507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6" name="Slide Number Placeholder 13">
            <a:extLst>
              <a:ext uri="{FF2B5EF4-FFF2-40B4-BE49-F238E27FC236}">
                <a16:creationId xmlns:a16="http://schemas.microsoft.com/office/drawing/2014/main" id="{4800F032-5102-94C2-865C-AE9D448B2744}"/>
              </a:ext>
            </a:extLst>
          </p:cNvPr>
          <p:cNvSpPr txBox="1">
            <a:spLocks/>
          </p:cNvSpPr>
          <p:nvPr/>
        </p:nvSpPr>
        <p:spPr>
          <a:xfrm>
            <a:off x="11194169" y="6215665"/>
            <a:ext cx="458592" cy="365125"/>
          </a:xfrm>
          <a:prstGeom prst="rect">
            <a:avLst/>
          </a:prstGeom>
        </p:spPr>
        <p:txBody>
          <a:bodyPr anchor="ctr"/>
          <a:lstStyle>
            <a:defPPr>
              <a:defRPr lang="zh-CN"/>
            </a:defPPr>
            <a:lvl1pPr marL="0" algn="ctr" defTabSz="914400" rtl="0" eaLnBrk="1" latinLnBrk="0" hangingPunct="1">
              <a:defRPr sz="1200" b="0" i="0" kern="1200">
                <a:solidFill>
                  <a:schemeClr val="tx1"/>
                </a:solidFill>
                <a:latin typeface="Abadi" panose="020B060402010402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fld id="{47FEACEE-25B4-4A2D-B147-27296E36371D}" type="slidenum">
              <a:rPr kumimoji="0" lang="en-US" altLang="zh-CN" sz="1200" u="none" strike="noStrike" kern="1200" cap="none" spc="0" normalizeH="0" baseline="0" smtClean="0">
                <a:ln>
                  <a:noFill/>
                </a:ln>
                <a:solidFill>
                  <a:schemeClr val="bg1"/>
                </a:solidFill>
                <a:effectLst/>
                <a:uLnTx/>
                <a:uFillTx/>
              </a:rPr>
              <a:pPr marL="0" marR="0" lvl="0" indent="0" algn="ctr" defTabSz="914400" rtl="0" eaLnBrk="1" fontAlgn="auto" latinLnBrk="0" hangingPunct="1">
                <a:lnSpc>
                  <a:spcPct val="100000"/>
                </a:lnSpc>
                <a:spcBef>
                  <a:spcPts val="0"/>
                </a:spcBef>
                <a:spcAft>
                  <a:spcPts val="0"/>
                </a:spcAft>
                <a:buClrTx/>
                <a:buSzTx/>
                <a:buFontTx/>
                <a:buNone/>
                <a:tabLst/>
                <a:defRPr/>
              </a:pPr>
              <a:t>7</a:t>
            </a:fld>
            <a:endParaRPr kumimoji="0" lang="en-US" altLang="zh-CN" sz="1200" u="none" strike="noStrike" kern="1200" cap="none" spc="0" normalizeH="0" baseline="0" dirty="0">
              <a:ln>
                <a:noFill/>
              </a:ln>
              <a:solidFill>
                <a:schemeClr val="bg1"/>
              </a:solidFill>
              <a:effectLst/>
              <a:uLnTx/>
              <a:uFillTx/>
            </a:endParaRPr>
          </a:p>
        </p:txBody>
      </p:sp>
      <p:sp>
        <p:nvSpPr>
          <p:cNvPr id="2" name="Slide Number Placeholder 1">
            <a:extLst>
              <a:ext uri="{FF2B5EF4-FFF2-40B4-BE49-F238E27FC236}">
                <a16:creationId xmlns:a16="http://schemas.microsoft.com/office/drawing/2014/main" id="{BB5C5013-A563-C783-9185-9C847D4B4A46}"/>
              </a:ext>
            </a:extLst>
          </p:cNvPr>
          <p:cNvSpPr>
            <a:spLocks noGrp="1"/>
          </p:cNvSpPr>
          <p:nvPr>
            <p:ph type="sldNum" sz="quarter" idx="29"/>
          </p:nvPr>
        </p:nvSpPr>
        <p:spPr/>
        <p:txBody>
          <a:bodyPr/>
          <a:lstStyle/>
          <a:p>
            <a:fld id="{47FEACEE-25B4-4A2D-B147-27296E36371D}" type="slidenum">
              <a:rPr lang="en-US" altLang="zh-CN" noProof="0" smtClean="0"/>
              <a:pPr/>
              <a:t>7</a:t>
            </a:fld>
            <a:endParaRPr lang="en-US" altLang="zh-CN" noProof="0" dirty="0"/>
          </a:p>
        </p:txBody>
      </p:sp>
    </p:spTree>
    <p:extLst>
      <p:ext uri="{BB962C8B-B14F-4D97-AF65-F5344CB8AC3E}">
        <p14:creationId xmlns:p14="http://schemas.microsoft.com/office/powerpoint/2010/main" val="124602129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1D18537-D028-9E9C-FB87-93F24955DFC7}"/>
              </a:ext>
            </a:extLst>
          </p:cNvPr>
          <p:cNvSpPr>
            <a:spLocks noGrp="1"/>
          </p:cNvSpPr>
          <p:nvPr>
            <p:ph type="title"/>
          </p:nvPr>
        </p:nvSpPr>
        <p:spPr>
          <a:xfrm>
            <a:off x="914400" y="731520"/>
            <a:ext cx="3931920" cy="2103120"/>
          </a:xfrm>
        </p:spPr>
        <p:txBody>
          <a:bodyPr anchor="b" anchorCtr="0"/>
          <a:lstStyle/>
          <a:p>
            <a:r>
              <a:rPr lang="en-US" dirty="0"/>
              <a:t>MPN ID</a:t>
            </a:r>
          </a:p>
        </p:txBody>
      </p:sp>
      <p:sp>
        <p:nvSpPr>
          <p:cNvPr id="20" name="Text Placeholder 19">
            <a:extLst>
              <a:ext uri="{FF2B5EF4-FFF2-40B4-BE49-F238E27FC236}">
                <a16:creationId xmlns:a16="http://schemas.microsoft.com/office/drawing/2014/main" id="{CC0093B1-77CC-1E61-FB22-E136F94EABD2}"/>
              </a:ext>
            </a:extLst>
          </p:cNvPr>
          <p:cNvSpPr>
            <a:spLocks noGrp="1"/>
          </p:cNvSpPr>
          <p:nvPr>
            <p:ph idx="1"/>
          </p:nvPr>
        </p:nvSpPr>
        <p:spPr>
          <a:xfrm>
            <a:off x="914400" y="3108960"/>
            <a:ext cx="3931920" cy="2651760"/>
          </a:xfrm>
        </p:spPr>
        <p:txBody>
          <a:bodyPr>
            <a:normAutofit/>
          </a:bodyPr>
          <a:lstStyle/>
          <a:p>
            <a:r>
              <a:rPr lang="en-US" dirty="0"/>
              <a:t>All App builders and app publishers must be identifiable to Microsoft. For this reason, you need to become a member of Microsoft's Partner Network (MPN). Joining this network doesn't cost anything.</a:t>
            </a:r>
          </a:p>
        </p:txBody>
      </p:sp>
      <p:pic>
        <p:nvPicPr>
          <p:cNvPr id="12" name="Picture Placeholder 11" descr="Three people having a discussion at a table">
            <a:extLst>
              <a:ext uri="{FF2B5EF4-FFF2-40B4-BE49-F238E27FC236}">
                <a16:creationId xmlns:a16="http://schemas.microsoft.com/office/drawing/2014/main" id="{8C4B5C6A-45B4-1976-622A-4CEB4E3211BC}"/>
              </a:ext>
            </a:extLst>
          </p:cNvPr>
          <p:cNvPicPr>
            <a:picLocks noGrp="1" noChangeAspect="1"/>
          </p:cNvPicPr>
          <p:nvPr>
            <p:ph type="pic" sz="quarter" idx="54"/>
          </p:nvPr>
        </p:nvPicPr>
        <p:blipFill rotWithShape="1">
          <a:blip r:embed="rId3">
            <a:extLst>
              <a:ext uri="{BEBA8EAE-BF5A-486C-A8C5-ECC9F3942E4B}">
                <a14:imgProps xmlns:a14="http://schemas.microsoft.com/office/drawing/2010/main">
                  <a14:imgLayer r:embed="rId4">
                    <a14:imgEffect>
                      <a14:colorTemperature colorTemp="7753"/>
                    </a14:imgEffect>
                    <a14:imgEffect>
                      <a14:saturation sat="133000"/>
                    </a14:imgEffect>
                    <a14:imgEffect>
                      <a14:brightnessContrast bright="4000" contrast="3000"/>
                    </a14:imgEffect>
                  </a14:imgLayer>
                </a14:imgProps>
              </a:ext>
            </a:extLst>
          </a:blip>
          <a:srcRect l="18665" r="18665"/>
          <a:stretch/>
        </p:blipFill>
        <p:spPr>
          <a:xfrm>
            <a:off x="5745002" y="0"/>
            <a:ext cx="6446999" cy="6858000"/>
          </a:xfrm>
        </p:spPr>
      </p:pic>
      <p:sp>
        <p:nvSpPr>
          <p:cNvPr id="9" name="Slide Number Placeholder 13">
            <a:extLst>
              <a:ext uri="{FF2B5EF4-FFF2-40B4-BE49-F238E27FC236}">
                <a16:creationId xmlns:a16="http://schemas.microsoft.com/office/drawing/2014/main" id="{D246665A-6901-3F62-340A-A95E775ACA48}"/>
              </a:ext>
            </a:extLst>
          </p:cNvPr>
          <p:cNvSpPr txBox="1">
            <a:spLocks/>
          </p:cNvSpPr>
          <p:nvPr/>
        </p:nvSpPr>
        <p:spPr>
          <a:xfrm>
            <a:off x="11194169" y="6215665"/>
            <a:ext cx="458592" cy="365125"/>
          </a:xfrm>
          <a:prstGeom prst="rect">
            <a:avLst/>
          </a:prstGeom>
        </p:spPr>
        <p:txBody>
          <a:bodyPr anchor="ctr"/>
          <a:lstStyle>
            <a:defPPr>
              <a:defRPr lang="zh-CN"/>
            </a:defPPr>
            <a:lvl1pPr marL="0" algn="ctr" defTabSz="914400" rtl="0" eaLnBrk="1" latinLnBrk="0" hangingPunct="1">
              <a:defRPr sz="1200" b="0" i="0" kern="1200">
                <a:solidFill>
                  <a:schemeClr val="tx1"/>
                </a:solidFill>
                <a:latin typeface="Abadi" panose="020B060402010402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fld id="{47FEACEE-25B4-4A2D-B147-27296E36371D}" type="slidenum">
              <a:rPr kumimoji="0" lang="en-US" altLang="zh-CN" sz="1200" u="none" strike="noStrike" kern="1200" cap="none" spc="0" normalizeH="0" baseline="0" smtClean="0">
                <a:ln>
                  <a:noFill/>
                </a:ln>
                <a:solidFill>
                  <a:schemeClr val="bg1"/>
                </a:solidFill>
                <a:effectLst/>
                <a:uLnTx/>
                <a:uFillTx/>
              </a:rPr>
              <a:pPr marL="0" marR="0" lvl="0" indent="0" algn="ctr" defTabSz="914400" rtl="0" eaLnBrk="1" fontAlgn="auto" latinLnBrk="0" hangingPunct="1">
                <a:lnSpc>
                  <a:spcPct val="100000"/>
                </a:lnSpc>
                <a:spcBef>
                  <a:spcPts val="0"/>
                </a:spcBef>
                <a:spcAft>
                  <a:spcPts val="0"/>
                </a:spcAft>
                <a:buClrTx/>
                <a:buSzTx/>
                <a:buFontTx/>
                <a:buNone/>
                <a:tabLst/>
                <a:defRPr/>
              </a:pPr>
              <a:t>8</a:t>
            </a:fld>
            <a:endParaRPr kumimoji="0" lang="en-US" altLang="zh-CN" sz="1200" u="none" strike="noStrike" kern="1200" cap="none" spc="0" normalizeH="0" baseline="0" dirty="0">
              <a:ln>
                <a:noFill/>
              </a:ln>
              <a:solidFill>
                <a:schemeClr val="bg1"/>
              </a:solidFill>
              <a:effectLst/>
              <a:uLnTx/>
              <a:uFillTx/>
            </a:endParaRPr>
          </a:p>
        </p:txBody>
      </p:sp>
      <p:sp>
        <p:nvSpPr>
          <p:cNvPr id="2" name="Slide Number Placeholder 1">
            <a:extLst>
              <a:ext uri="{FF2B5EF4-FFF2-40B4-BE49-F238E27FC236}">
                <a16:creationId xmlns:a16="http://schemas.microsoft.com/office/drawing/2014/main" id="{A26B3DA3-995E-263F-F271-D0DCB60A6118}"/>
              </a:ext>
            </a:extLst>
          </p:cNvPr>
          <p:cNvSpPr>
            <a:spLocks noGrp="1"/>
          </p:cNvSpPr>
          <p:nvPr>
            <p:ph type="sldNum" sz="quarter" idx="53"/>
          </p:nvPr>
        </p:nvSpPr>
        <p:spPr/>
        <p:txBody>
          <a:bodyPr/>
          <a:lstStyle/>
          <a:p>
            <a:fld id="{47FEACEE-25B4-4A2D-B147-27296E36371D}" type="slidenum">
              <a:rPr lang="en-US" altLang="zh-CN" noProof="0" smtClean="0"/>
              <a:pPr/>
              <a:t>8</a:t>
            </a:fld>
            <a:endParaRPr lang="en-US" altLang="zh-CN" noProof="0" dirty="0"/>
          </a:p>
        </p:txBody>
      </p:sp>
    </p:spTree>
    <p:extLst>
      <p:ext uri="{BB962C8B-B14F-4D97-AF65-F5344CB8AC3E}">
        <p14:creationId xmlns:p14="http://schemas.microsoft.com/office/powerpoint/2010/main" val="7755480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6BBA0F-2245-09A6-EB34-7FBAA14B70D0}"/>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DA492BFE-6958-8DD1-B034-D6CDF2EDECBE}"/>
              </a:ext>
            </a:extLst>
          </p:cNvPr>
          <p:cNvSpPr>
            <a:spLocks noGrp="1"/>
          </p:cNvSpPr>
          <p:nvPr>
            <p:ph type="title"/>
          </p:nvPr>
        </p:nvSpPr>
        <p:spPr>
          <a:xfrm>
            <a:off x="914400" y="731520"/>
            <a:ext cx="3931920" cy="2103120"/>
          </a:xfrm>
        </p:spPr>
        <p:txBody>
          <a:bodyPr anchor="b" anchorCtr="0">
            <a:normAutofit fontScale="90000"/>
          </a:bodyPr>
          <a:lstStyle/>
          <a:p>
            <a:r>
              <a:rPr lang="en-US" dirty="0"/>
              <a:t>PartnerSource Business Center (PSBC) account and your unique license file</a:t>
            </a:r>
          </a:p>
        </p:txBody>
      </p:sp>
      <p:sp>
        <p:nvSpPr>
          <p:cNvPr id="20" name="Text Placeholder 19">
            <a:extLst>
              <a:ext uri="{FF2B5EF4-FFF2-40B4-BE49-F238E27FC236}">
                <a16:creationId xmlns:a16="http://schemas.microsoft.com/office/drawing/2014/main" id="{FB465812-A634-6E97-E99D-FA6774F4F31A}"/>
              </a:ext>
            </a:extLst>
          </p:cNvPr>
          <p:cNvSpPr>
            <a:spLocks noGrp="1"/>
          </p:cNvSpPr>
          <p:nvPr>
            <p:ph idx="1"/>
          </p:nvPr>
        </p:nvSpPr>
        <p:spPr>
          <a:xfrm>
            <a:off x="914400" y="3108960"/>
            <a:ext cx="3931920" cy="2651760"/>
          </a:xfrm>
        </p:spPr>
        <p:txBody>
          <a:bodyPr>
            <a:normAutofit lnSpcReduction="10000"/>
          </a:bodyPr>
          <a:lstStyle/>
          <a:p>
            <a:pPr marL="0" indent="0">
              <a:buNone/>
            </a:pPr>
            <a:r>
              <a:rPr lang="en-US" dirty="0"/>
              <a:t>Access to PSBC is provided by having an active:</a:t>
            </a:r>
          </a:p>
          <a:p>
            <a:pPr lvl="1"/>
            <a:r>
              <a:rPr lang="en-US" dirty="0"/>
              <a:t>Solution Provider Agreement (SPA), if you're a reselling partner using the Dynamics Price list.</a:t>
            </a:r>
          </a:p>
          <a:p>
            <a:pPr lvl="1"/>
            <a:r>
              <a:rPr lang="en-US" dirty="0"/>
              <a:t>Partner Registration Agreement (PRA), if you're a non-selling partner.</a:t>
            </a:r>
          </a:p>
        </p:txBody>
      </p:sp>
      <p:sp>
        <p:nvSpPr>
          <p:cNvPr id="9" name="Slide Number Placeholder 13">
            <a:extLst>
              <a:ext uri="{FF2B5EF4-FFF2-40B4-BE49-F238E27FC236}">
                <a16:creationId xmlns:a16="http://schemas.microsoft.com/office/drawing/2014/main" id="{F2F9DFCB-2C8F-3FA1-04A4-0F17BB7C2DFD}"/>
              </a:ext>
            </a:extLst>
          </p:cNvPr>
          <p:cNvSpPr txBox="1">
            <a:spLocks/>
          </p:cNvSpPr>
          <p:nvPr/>
        </p:nvSpPr>
        <p:spPr>
          <a:xfrm>
            <a:off x="11194169" y="6215665"/>
            <a:ext cx="458592" cy="365125"/>
          </a:xfrm>
          <a:prstGeom prst="rect">
            <a:avLst/>
          </a:prstGeom>
        </p:spPr>
        <p:txBody>
          <a:bodyPr anchor="ctr"/>
          <a:lstStyle>
            <a:defPPr>
              <a:defRPr lang="zh-CN"/>
            </a:defPPr>
            <a:lvl1pPr marL="0" algn="ctr" defTabSz="914400" rtl="0" eaLnBrk="1" latinLnBrk="0" hangingPunct="1">
              <a:defRPr sz="1200" b="0" i="0" kern="1200">
                <a:solidFill>
                  <a:schemeClr val="tx1"/>
                </a:solidFill>
                <a:latin typeface="Abadi" panose="020B060402010402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fld id="{47FEACEE-25B4-4A2D-B147-27296E36371D}" type="slidenum">
              <a:rPr kumimoji="0" lang="en-US" altLang="zh-CN" sz="1200" u="none" strike="noStrike" kern="1200" cap="none" spc="0" normalizeH="0" baseline="0" smtClean="0">
                <a:ln>
                  <a:noFill/>
                </a:ln>
                <a:solidFill>
                  <a:schemeClr val="bg1"/>
                </a:solidFill>
                <a:effectLst/>
                <a:uLnTx/>
                <a:uFillTx/>
              </a:rPr>
              <a:pPr marL="0" marR="0" lvl="0" indent="0" algn="ctr" defTabSz="914400" rtl="0" eaLnBrk="1" fontAlgn="auto" latinLnBrk="0" hangingPunct="1">
                <a:lnSpc>
                  <a:spcPct val="100000"/>
                </a:lnSpc>
                <a:spcBef>
                  <a:spcPts val="0"/>
                </a:spcBef>
                <a:spcAft>
                  <a:spcPts val="0"/>
                </a:spcAft>
                <a:buClrTx/>
                <a:buSzTx/>
                <a:buFontTx/>
                <a:buNone/>
                <a:tabLst/>
                <a:defRPr/>
              </a:pPr>
              <a:t>9</a:t>
            </a:fld>
            <a:endParaRPr kumimoji="0" lang="en-US" altLang="zh-CN" sz="1200" u="none" strike="noStrike" kern="1200" cap="none" spc="0" normalizeH="0" baseline="0" dirty="0">
              <a:ln>
                <a:noFill/>
              </a:ln>
              <a:solidFill>
                <a:schemeClr val="bg1"/>
              </a:solidFill>
              <a:effectLst/>
              <a:uLnTx/>
              <a:uFillTx/>
            </a:endParaRPr>
          </a:p>
        </p:txBody>
      </p:sp>
      <p:sp>
        <p:nvSpPr>
          <p:cNvPr id="2" name="Slide Number Placeholder 1">
            <a:extLst>
              <a:ext uri="{FF2B5EF4-FFF2-40B4-BE49-F238E27FC236}">
                <a16:creationId xmlns:a16="http://schemas.microsoft.com/office/drawing/2014/main" id="{1AAA860C-B08E-C71C-1D3D-6A2502AF15E9}"/>
              </a:ext>
            </a:extLst>
          </p:cNvPr>
          <p:cNvSpPr>
            <a:spLocks noGrp="1"/>
          </p:cNvSpPr>
          <p:nvPr>
            <p:ph type="sldNum" sz="quarter" idx="53"/>
          </p:nvPr>
        </p:nvSpPr>
        <p:spPr/>
        <p:txBody>
          <a:bodyPr/>
          <a:lstStyle/>
          <a:p>
            <a:fld id="{47FEACEE-25B4-4A2D-B147-27296E36371D}" type="slidenum">
              <a:rPr lang="en-US" altLang="zh-CN" noProof="0" smtClean="0"/>
              <a:pPr/>
              <a:t>9</a:t>
            </a:fld>
            <a:endParaRPr lang="en-US" altLang="zh-CN" noProof="0" dirty="0"/>
          </a:p>
        </p:txBody>
      </p:sp>
      <p:pic>
        <p:nvPicPr>
          <p:cNvPr id="3" name="Picture Placeholder 4" descr="A person looking at a person who is looking at a computer screen">
            <a:extLst>
              <a:ext uri="{FF2B5EF4-FFF2-40B4-BE49-F238E27FC236}">
                <a16:creationId xmlns:a16="http://schemas.microsoft.com/office/drawing/2014/main" id="{A5C6DBD7-0360-D6B3-1CF0-E77FE1E24E13}"/>
              </a:ext>
            </a:extLst>
          </p:cNvPr>
          <p:cNvPicPr>
            <a:picLocks noChangeAspect="1"/>
          </p:cNvPicPr>
          <p:nvPr/>
        </p:nvPicPr>
        <p:blipFill>
          <a:blip r:embed="rId3"/>
          <a:srcRect t="11651" b="11651"/>
          <a:stretch/>
        </p:blipFill>
        <p:spPr>
          <a:xfrm>
            <a:off x="6398258" y="619219"/>
            <a:ext cx="5025207" cy="5779008"/>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p:spPr>
      </p:pic>
      <p:sp>
        <p:nvSpPr>
          <p:cNvPr id="6" name="Picture Placeholder 5">
            <a:extLst>
              <a:ext uri="{FF2B5EF4-FFF2-40B4-BE49-F238E27FC236}">
                <a16:creationId xmlns:a16="http://schemas.microsoft.com/office/drawing/2014/main" id="{996931FF-BD10-1803-1E5F-708A61E33F4C}"/>
              </a:ext>
            </a:extLst>
          </p:cNvPr>
          <p:cNvSpPr>
            <a:spLocks noGrp="1"/>
          </p:cNvSpPr>
          <p:nvPr>
            <p:ph type="pic" sz="quarter" idx="54"/>
          </p:nvPr>
        </p:nvSpPr>
        <p:spPr/>
        <p:txBody>
          <a:bodyPr/>
          <a:lstStyle/>
          <a:p>
            <a:endParaRPr lang="en-US"/>
          </a:p>
        </p:txBody>
      </p:sp>
    </p:spTree>
    <p:extLst>
      <p:ext uri="{BB962C8B-B14F-4D97-AF65-F5344CB8AC3E}">
        <p14:creationId xmlns:p14="http://schemas.microsoft.com/office/powerpoint/2010/main" val="251935836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 name="Title 59">
            <a:extLst>
              <a:ext uri="{FF2B5EF4-FFF2-40B4-BE49-F238E27FC236}">
                <a16:creationId xmlns:a16="http://schemas.microsoft.com/office/drawing/2014/main" id="{0031CE36-F77D-3964-C169-771DBA49D28A}"/>
              </a:ext>
            </a:extLst>
          </p:cNvPr>
          <p:cNvSpPr>
            <a:spLocks noGrp="1"/>
          </p:cNvSpPr>
          <p:nvPr>
            <p:ph type="title"/>
          </p:nvPr>
        </p:nvSpPr>
        <p:spPr>
          <a:xfrm>
            <a:off x="914400" y="1060704"/>
            <a:ext cx="7132320" cy="1773936"/>
          </a:xfrm>
        </p:spPr>
        <p:txBody>
          <a:bodyPr/>
          <a:lstStyle/>
          <a:p>
            <a:r>
              <a:rPr lang="en-US" dirty="0"/>
              <a:t>Regional Operations Center (ROC)</a:t>
            </a:r>
          </a:p>
        </p:txBody>
      </p:sp>
      <p:sp>
        <p:nvSpPr>
          <p:cNvPr id="43" name="Text Placeholder 42">
            <a:extLst>
              <a:ext uri="{FF2B5EF4-FFF2-40B4-BE49-F238E27FC236}">
                <a16:creationId xmlns:a16="http://schemas.microsoft.com/office/drawing/2014/main" id="{520E98B6-7B33-8FD4-A662-31DD4B85E22E}"/>
              </a:ext>
            </a:extLst>
          </p:cNvPr>
          <p:cNvSpPr>
            <a:spLocks noGrp="1"/>
          </p:cNvSpPr>
          <p:nvPr>
            <p:ph idx="1"/>
          </p:nvPr>
        </p:nvSpPr>
        <p:spPr>
          <a:xfrm>
            <a:off x="914399" y="3108959"/>
            <a:ext cx="7132320" cy="3242679"/>
          </a:xfrm>
        </p:spPr>
        <p:txBody>
          <a:bodyPr>
            <a:normAutofit/>
          </a:bodyPr>
          <a:lstStyle/>
          <a:p>
            <a:r>
              <a:rPr lang="en-US" dirty="0"/>
              <a:t>The relevant contract can be requested through your local Regional Operations Center (ROC) Contracts and Agreements Team. Currently, here's where you can do that in some different locales.</a:t>
            </a:r>
          </a:p>
          <a:p>
            <a:pPr lvl="1"/>
            <a:r>
              <a:rPr lang="en-US" dirty="0"/>
              <a:t>If you're based in Europe, the Middle East, or Africa: email mbscon@microsoft.com.</a:t>
            </a:r>
          </a:p>
          <a:p>
            <a:pPr lvl="1"/>
            <a:r>
              <a:rPr lang="en-US" dirty="0"/>
              <a:t>If you're based in the Americas: email mbsagree@microsoft.com.</a:t>
            </a:r>
          </a:p>
          <a:p>
            <a:pPr lvl="1"/>
            <a:r>
              <a:rPr lang="en-US" dirty="0"/>
              <a:t>If you're based in the Asia Pacific region: email mbslques@microsoft.com.</a:t>
            </a:r>
          </a:p>
        </p:txBody>
      </p:sp>
      <p:sp>
        <p:nvSpPr>
          <p:cNvPr id="11" name="Slide Number Placeholder 13">
            <a:extLst>
              <a:ext uri="{FF2B5EF4-FFF2-40B4-BE49-F238E27FC236}">
                <a16:creationId xmlns:a16="http://schemas.microsoft.com/office/drawing/2014/main" id="{930FF33C-2E3C-37EC-75C2-1BE4513D9B62}"/>
              </a:ext>
            </a:extLst>
          </p:cNvPr>
          <p:cNvSpPr txBox="1">
            <a:spLocks/>
          </p:cNvSpPr>
          <p:nvPr/>
        </p:nvSpPr>
        <p:spPr>
          <a:xfrm>
            <a:off x="11194169" y="6215665"/>
            <a:ext cx="458592" cy="365125"/>
          </a:xfrm>
          <a:prstGeom prst="rect">
            <a:avLst/>
          </a:prstGeom>
        </p:spPr>
        <p:txBody>
          <a:bodyPr anchor="ctr"/>
          <a:lstStyle>
            <a:defPPr>
              <a:defRPr lang="zh-CN"/>
            </a:defPPr>
            <a:lvl1pPr marL="0" algn="ctr" defTabSz="914400" rtl="0" eaLnBrk="1" latinLnBrk="0" hangingPunct="1">
              <a:defRPr sz="1200" b="0" i="0" kern="1200">
                <a:solidFill>
                  <a:schemeClr val="tx1"/>
                </a:solidFill>
                <a:latin typeface="Abadi" panose="020B060402010402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fld id="{47FEACEE-25B4-4A2D-B147-27296E36371D}" type="slidenum">
              <a:rPr kumimoji="0" lang="en-US" altLang="zh-CN" sz="1200" u="none" strike="noStrike" kern="1200" cap="none" spc="0" normalizeH="0" baseline="0" smtClean="0">
                <a:ln>
                  <a:noFill/>
                </a:ln>
                <a:solidFill>
                  <a:schemeClr val="bg1"/>
                </a:solidFill>
                <a:effectLst/>
                <a:uLnTx/>
                <a:uFillTx/>
              </a:rPr>
              <a:pPr marL="0" marR="0" lvl="0" indent="0" algn="ctr" defTabSz="914400" rtl="0" eaLnBrk="1" fontAlgn="auto" latinLnBrk="0" hangingPunct="1">
                <a:lnSpc>
                  <a:spcPct val="100000"/>
                </a:lnSpc>
                <a:spcBef>
                  <a:spcPts val="0"/>
                </a:spcBef>
                <a:spcAft>
                  <a:spcPts val="0"/>
                </a:spcAft>
                <a:buClrTx/>
                <a:buSzTx/>
                <a:buFontTx/>
                <a:buNone/>
                <a:tabLst/>
                <a:defRPr/>
              </a:pPr>
              <a:t>10</a:t>
            </a:fld>
            <a:endParaRPr kumimoji="0" lang="en-US" altLang="zh-CN" sz="1200" u="none" strike="noStrike" kern="1200" cap="none" spc="0" normalizeH="0" baseline="0" dirty="0">
              <a:ln>
                <a:noFill/>
              </a:ln>
              <a:solidFill>
                <a:schemeClr val="bg1"/>
              </a:solidFill>
              <a:effectLst/>
              <a:uLnTx/>
              <a:uFillTx/>
            </a:endParaRPr>
          </a:p>
        </p:txBody>
      </p:sp>
      <p:sp>
        <p:nvSpPr>
          <p:cNvPr id="2" name="Slide Number Placeholder 1">
            <a:extLst>
              <a:ext uri="{FF2B5EF4-FFF2-40B4-BE49-F238E27FC236}">
                <a16:creationId xmlns:a16="http://schemas.microsoft.com/office/drawing/2014/main" id="{2222DE72-77CB-CB24-A4D1-2FAC47307AC9}"/>
              </a:ext>
            </a:extLst>
          </p:cNvPr>
          <p:cNvSpPr>
            <a:spLocks noGrp="1"/>
          </p:cNvSpPr>
          <p:nvPr>
            <p:ph type="sldNum" sz="quarter" idx="55"/>
          </p:nvPr>
        </p:nvSpPr>
        <p:spPr/>
        <p:txBody>
          <a:bodyPr/>
          <a:lstStyle/>
          <a:p>
            <a:fld id="{47FEACEE-25B4-4A2D-B147-27296E36371D}" type="slidenum">
              <a:rPr lang="en-US" altLang="zh-CN" noProof="0" smtClean="0"/>
              <a:pPr/>
              <a:t>10</a:t>
            </a:fld>
            <a:endParaRPr lang="en-US" altLang="zh-CN" noProof="0" dirty="0"/>
          </a:p>
        </p:txBody>
      </p:sp>
    </p:spTree>
    <p:extLst>
      <p:ext uri="{BB962C8B-B14F-4D97-AF65-F5344CB8AC3E}">
        <p14:creationId xmlns:p14="http://schemas.microsoft.com/office/powerpoint/2010/main" val="418214803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98B88F-B414-D0E4-C1C5-730BA3D36793}"/>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F0A37CA3-FAE6-ADF9-0C0B-ABBFA8A68F1F}"/>
              </a:ext>
            </a:extLst>
          </p:cNvPr>
          <p:cNvSpPr>
            <a:spLocks noGrp="1"/>
          </p:cNvSpPr>
          <p:nvPr>
            <p:ph type="title"/>
          </p:nvPr>
        </p:nvSpPr>
        <p:spPr>
          <a:xfrm>
            <a:off x="914400" y="731520"/>
            <a:ext cx="3931920" cy="2103120"/>
          </a:xfrm>
        </p:spPr>
        <p:txBody>
          <a:bodyPr anchor="b" anchorCtr="0">
            <a:normAutofit/>
          </a:bodyPr>
          <a:lstStyle/>
          <a:p>
            <a:r>
              <a:rPr lang="en-US" dirty="0"/>
              <a:t>Developer account</a:t>
            </a:r>
          </a:p>
        </p:txBody>
      </p:sp>
      <p:sp>
        <p:nvSpPr>
          <p:cNvPr id="20" name="Text Placeholder 19">
            <a:extLst>
              <a:ext uri="{FF2B5EF4-FFF2-40B4-BE49-F238E27FC236}">
                <a16:creationId xmlns:a16="http://schemas.microsoft.com/office/drawing/2014/main" id="{6FB6356E-75ED-3219-C8D8-CCAD8F6E74C7}"/>
              </a:ext>
            </a:extLst>
          </p:cNvPr>
          <p:cNvSpPr>
            <a:spLocks noGrp="1"/>
          </p:cNvSpPr>
          <p:nvPr>
            <p:ph idx="1"/>
          </p:nvPr>
        </p:nvSpPr>
        <p:spPr>
          <a:xfrm>
            <a:off x="914400" y="3108960"/>
            <a:ext cx="3931920" cy="2651760"/>
          </a:xfrm>
        </p:spPr>
        <p:txBody>
          <a:bodyPr>
            <a:normAutofit/>
          </a:bodyPr>
          <a:lstStyle/>
          <a:p>
            <a:r>
              <a:rPr lang="en-US" dirty="0"/>
              <a:t>A developer account enables you to submit apps and add-ins to Microsoft's marketplaces, including the Windows Store, Office Store, Azure Marketplace, and Microsoft AppSource. Note, you only need one developer account per company (not one per app submission).</a:t>
            </a:r>
          </a:p>
        </p:txBody>
      </p:sp>
      <p:sp>
        <p:nvSpPr>
          <p:cNvPr id="9" name="Slide Number Placeholder 13">
            <a:extLst>
              <a:ext uri="{FF2B5EF4-FFF2-40B4-BE49-F238E27FC236}">
                <a16:creationId xmlns:a16="http://schemas.microsoft.com/office/drawing/2014/main" id="{14D90BE4-90E8-C2F8-AB1F-3EB2323DD856}"/>
              </a:ext>
            </a:extLst>
          </p:cNvPr>
          <p:cNvSpPr txBox="1">
            <a:spLocks/>
          </p:cNvSpPr>
          <p:nvPr/>
        </p:nvSpPr>
        <p:spPr>
          <a:xfrm>
            <a:off x="11194169" y="6215665"/>
            <a:ext cx="458592" cy="365125"/>
          </a:xfrm>
          <a:prstGeom prst="rect">
            <a:avLst/>
          </a:prstGeom>
        </p:spPr>
        <p:txBody>
          <a:bodyPr anchor="ctr"/>
          <a:lstStyle>
            <a:defPPr>
              <a:defRPr lang="zh-CN"/>
            </a:defPPr>
            <a:lvl1pPr marL="0" algn="ctr" defTabSz="914400" rtl="0" eaLnBrk="1" latinLnBrk="0" hangingPunct="1">
              <a:defRPr sz="1200" b="0" i="0" kern="1200">
                <a:solidFill>
                  <a:schemeClr val="tx1"/>
                </a:solidFill>
                <a:latin typeface="Abadi" panose="020B060402010402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fld id="{47FEACEE-25B4-4A2D-B147-27296E36371D}" type="slidenum">
              <a:rPr kumimoji="0" lang="en-US" altLang="zh-CN" sz="1200" u="none" strike="noStrike" kern="1200" cap="none" spc="0" normalizeH="0" baseline="0" smtClean="0">
                <a:ln>
                  <a:noFill/>
                </a:ln>
                <a:solidFill>
                  <a:schemeClr val="bg1"/>
                </a:solidFill>
                <a:effectLst/>
                <a:uLnTx/>
                <a:uFillTx/>
              </a:rPr>
              <a:pPr marL="0" marR="0" lvl="0" indent="0" algn="ctr" defTabSz="914400" rtl="0" eaLnBrk="1" fontAlgn="auto" latinLnBrk="0" hangingPunct="1">
                <a:lnSpc>
                  <a:spcPct val="100000"/>
                </a:lnSpc>
                <a:spcBef>
                  <a:spcPts val="0"/>
                </a:spcBef>
                <a:spcAft>
                  <a:spcPts val="0"/>
                </a:spcAft>
                <a:buClrTx/>
                <a:buSzTx/>
                <a:buFontTx/>
                <a:buNone/>
                <a:tabLst/>
                <a:defRPr/>
              </a:pPr>
              <a:t>11</a:t>
            </a:fld>
            <a:endParaRPr kumimoji="0" lang="en-US" altLang="zh-CN" sz="1200" u="none" strike="noStrike" kern="1200" cap="none" spc="0" normalizeH="0" baseline="0" dirty="0">
              <a:ln>
                <a:noFill/>
              </a:ln>
              <a:solidFill>
                <a:schemeClr val="bg1"/>
              </a:solidFill>
              <a:effectLst/>
              <a:uLnTx/>
              <a:uFillTx/>
            </a:endParaRPr>
          </a:p>
        </p:txBody>
      </p:sp>
      <p:sp>
        <p:nvSpPr>
          <p:cNvPr id="2" name="Slide Number Placeholder 1">
            <a:extLst>
              <a:ext uri="{FF2B5EF4-FFF2-40B4-BE49-F238E27FC236}">
                <a16:creationId xmlns:a16="http://schemas.microsoft.com/office/drawing/2014/main" id="{E1D07065-4C5E-D74E-B232-510CE82EBC29}"/>
              </a:ext>
            </a:extLst>
          </p:cNvPr>
          <p:cNvSpPr>
            <a:spLocks noGrp="1"/>
          </p:cNvSpPr>
          <p:nvPr>
            <p:ph type="sldNum" sz="quarter" idx="53"/>
          </p:nvPr>
        </p:nvSpPr>
        <p:spPr/>
        <p:txBody>
          <a:bodyPr/>
          <a:lstStyle/>
          <a:p>
            <a:fld id="{47FEACEE-25B4-4A2D-B147-27296E36371D}" type="slidenum">
              <a:rPr lang="en-US" altLang="zh-CN" noProof="0" smtClean="0"/>
              <a:pPr/>
              <a:t>11</a:t>
            </a:fld>
            <a:endParaRPr lang="en-US" altLang="zh-CN" noProof="0" dirty="0"/>
          </a:p>
        </p:txBody>
      </p:sp>
      <p:pic>
        <p:nvPicPr>
          <p:cNvPr id="3" name="Picture Placeholder 4" descr="A person looking at a person who is looking at a computer screen">
            <a:extLst>
              <a:ext uri="{FF2B5EF4-FFF2-40B4-BE49-F238E27FC236}">
                <a16:creationId xmlns:a16="http://schemas.microsoft.com/office/drawing/2014/main" id="{02CF50D8-267D-23CC-B70A-4976B564675F}"/>
              </a:ext>
            </a:extLst>
          </p:cNvPr>
          <p:cNvPicPr>
            <a:picLocks noChangeAspect="1"/>
          </p:cNvPicPr>
          <p:nvPr/>
        </p:nvPicPr>
        <p:blipFill>
          <a:blip r:embed="rId3"/>
          <a:srcRect t="11651" b="11651"/>
          <a:stretch/>
        </p:blipFill>
        <p:spPr>
          <a:xfrm>
            <a:off x="6398258" y="619219"/>
            <a:ext cx="5025207" cy="5779008"/>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p:spPr>
      </p:pic>
      <p:sp>
        <p:nvSpPr>
          <p:cNvPr id="6" name="Picture Placeholder 5">
            <a:extLst>
              <a:ext uri="{FF2B5EF4-FFF2-40B4-BE49-F238E27FC236}">
                <a16:creationId xmlns:a16="http://schemas.microsoft.com/office/drawing/2014/main" id="{E5D6D76C-2B19-24AA-4849-B6DC5E8A8486}"/>
              </a:ext>
            </a:extLst>
          </p:cNvPr>
          <p:cNvSpPr>
            <a:spLocks noGrp="1"/>
          </p:cNvSpPr>
          <p:nvPr>
            <p:ph type="pic" sz="quarter" idx="54"/>
          </p:nvPr>
        </p:nvSpPr>
        <p:spPr/>
        <p:txBody>
          <a:bodyPr/>
          <a:lstStyle/>
          <a:p>
            <a:endParaRPr lang="en-US"/>
          </a:p>
        </p:txBody>
      </p:sp>
    </p:spTree>
    <p:extLst>
      <p:ext uri="{BB962C8B-B14F-4D97-AF65-F5344CB8AC3E}">
        <p14:creationId xmlns:p14="http://schemas.microsoft.com/office/powerpoint/2010/main" val="332586616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0B8D8D-5D70-CFD5-63A8-C3C5971C6D0B}"/>
            </a:ext>
          </a:extLst>
        </p:cNvPr>
        <p:cNvGrpSpPr/>
        <p:nvPr/>
      </p:nvGrpSpPr>
      <p:grpSpPr>
        <a:xfrm>
          <a:off x="0" y="0"/>
          <a:ext cx="0" cy="0"/>
          <a:chOff x="0" y="0"/>
          <a:chExt cx="0" cy="0"/>
        </a:xfrm>
      </p:grpSpPr>
      <p:sp>
        <p:nvSpPr>
          <p:cNvPr id="60" name="Title 59">
            <a:extLst>
              <a:ext uri="{FF2B5EF4-FFF2-40B4-BE49-F238E27FC236}">
                <a16:creationId xmlns:a16="http://schemas.microsoft.com/office/drawing/2014/main" id="{30EBEEC1-CB3E-4713-C6BB-FF52B2F042AC}"/>
              </a:ext>
            </a:extLst>
          </p:cNvPr>
          <p:cNvSpPr>
            <a:spLocks noGrp="1"/>
          </p:cNvSpPr>
          <p:nvPr>
            <p:ph type="title"/>
          </p:nvPr>
        </p:nvSpPr>
        <p:spPr>
          <a:xfrm>
            <a:off x="914400" y="1060704"/>
            <a:ext cx="7132320" cy="1773936"/>
          </a:xfrm>
        </p:spPr>
        <p:txBody>
          <a:bodyPr/>
          <a:lstStyle/>
          <a:p>
            <a:r>
              <a:rPr lang="en-US" dirty="0"/>
              <a:t>Access to Partner Center</a:t>
            </a:r>
          </a:p>
        </p:txBody>
      </p:sp>
      <p:sp>
        <p:nvSpPr>
          <p:cNvPr id="43" name="Text Placeholder 42">
            <a:extLst>
              <a:ext uri="{FF2B5EF4-FFF2-40B4-BE49-F238E27FC236}">
                <a16:creationId xmlns:a16="http://schemas.microsoft.com/office/drawing/2014/main" id="{47E2EA7B-72D4-4729-30FC-AED3E1B8680F}"/>
              </a:ext>
            </a:extLst>
          </p:cNvPr>
          <p:cNvSpPr>
            <a:spLocks noGrp="1"/>
          </p:cNvSpPr>
          <p:nvPr>
            <p:ph idx="1"/>
          </p:nvPr>
        </p:nvSpPr>
        <p:spPr>
          <a:xfrm>
            <a:off x="914399" y="3108959"/>
            <a:ext cx="7649498" cy="3242679"/>
          </a:xfrm>
        </p:spPr>
        <p:txBody>
          <a:bodyPr>
            <a:normAutofit/>
          </a:bodyPr>
          <a:lstStyle/>
          <a:p>
            <a:r>
              <a:rPr lang="en-US" dirty="0"/>
              <a:t>Partner Center is the single destination to manage your business relationship with Microsoft. You can get started by accessing the </a:t>
            </a:r>
            <a:r>
              <a:rPr lang="en-US" dirty="0">
                <a:hlinkClick r:id="rId3"/>
              </a:rPr>
              <a:t>Partner Center Introduction Get Started page</a:t>
            </a:r>
            <a:r>
              <a:rPr lang="en-US" dirty="0"/>
              <a:t>.</a:t>
            </a:r>
          </a:p>
          <a:p>
            <a:endParaRPr lang="en-US" dirty="0"/>
          </a:p>
        </p:txBody>
      </p:sp>
      <p:sp>
        <p:nvSpPr>
          <p:cNvPr id="11" name="Slide Number Placeholder 13">
            <a:extLst>
              <a:ext uri="{FF2B5EF4-FFF2-40B4-BE49-F238E27FC236}">
                <a16:creationId xmlns:a16="http://schemas.microsoft.com/office/drawing/2014/main" id="{DC643DCA-915F-151D-897F-EF5074EACA70}"/>
              </a:ext>
            </a:extLst>
          </p:cNvPr>
          <p:cNvSpPr txBox="1">
            <a:spLocks/>
          </p:cNvSpPr>
          <p:nvPr/>
        </p:nvSpPr>
        <p:spPr>
          <a:xfrm>
            <a:off x="11194169" y="6215665"/>
            <a:ext cx="458592" cy="365125"/>
          </a:xfrm>
          <a:prstGeom prst="rect">
            <a:avLst/>
          </a:prstGeom>
        </p:spPr>
        <p:txBody>
          <a:bodyPr anchor="ctr"/>
          <a:lstStyle>
            <a:defPPr>
              <a:defRPr lang="zh-CN"/>
            </a:defPPr>
            <a:lvl1pPr marL="0" algn="ctr" defTabSz="914400" rtl="0" eaLnBrk="1" latinLnBrk="0" hangingPunct="1">
              <a:defRPr sz="1200" b="0" i="0" kern="1200">
                <a:solidFill>
                  <a:schemeClr val="tx1"/>
                </a:solidFill>
                <a:latin typeface="Abadi" panose="020B060402010402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fld id="{47FEACEE-25B4-4A2D-B147-27296E36371D}" type="slidenum">
              <a:rPr kumimoji="0" lang="en-US" altLang="zh-CN" sz="1200" u="none" strike="noStrike" kern="1200" cap="none" spc="0" normalizeH="0" baseline="0" smtClean="0">
                <a:ln>
                  <a:noFill/>
                </a:ln>
                <a:solidFill>
                  <a:schemeClr val="bg1"/>
                </a:solidFill>
                <a:effectLst/>
                <a:uLnTx/>
                <a:uFillTx/>
              </a:rPr>
              <a:pPr marL="0" marR="0" lvl="0" indent="0" algn="ctr" defTabSz="914400" rtl="0" eaLnBrk="1" fontAlgn="auto" latinLnBrk="0" hangingPunct="1">
                <a:lnSpc>
                  <a:spcPct val="100000"/>
                </a:lnSpc>
                <a:spcBef>
                  <a:spcPts val="0"/>
                </a:spcBef>
                <a:spcAft>
                  <a:spcPts val="0"/>
                </a:spcAft>
                <a:buClrTx/>
                <a:buSzTx/>
                <a:buFontTx/>
                <a:buNone/>
                <a:tabLst/>
                <a:defRPr/>
              </a:pPr>
              <a:t>12</a:t>
            </a:fld>
            <a:endParaRPr kumimoji="0" lang="en-US" altLang="zh-CN" sz="1200" u="none" strike="noStrike" kern="1200" cap="none" spc="0" normalizeH="0" baseline="0" dirty="0">
              <a:ln>
                <a:noFill/>
              </a:ln>
              <a:solidFill>
                <a:schemeClr val="bg1"/>
              </a:solidFill>
              <a:effectLst/>
              <a:uLnTx/>
              <a:uFillTx/>
            </a:endParaRPr>
          </a:p>
        </p:txBody>
      </p:sp>
      <p:sp>
        <p:nvSpPr>
          <p:cNvPr id="2" name="Slide Number Placeholder 1">
            <a:extLst>
              <a:ext uri="{FF2B5EF4-FFF2-40B4-BE49-F238E27FC236}">
                <a16:creationId xmlns:a16="http://schemas.microsoft.com/office/drawing/2014/main" id="{04422318-54A0-DED0-A1B5-03B5FE6015A0}"/>
              </a:ext>
            </a:extLst>
          </p:cNvPr>
          <p:cNvSpPr>
            <a:spLocks noGrp="1"/>
          </p:cNvSpPr>
          <p:nvPr>
            <p:ph type="sldNum" sz="quarter" idx="55"/>
          </p:nvPr>
        </p:nvSpPr>
        <p:spPr/>
        <p:txBody>
          <a:bodyPr/>
          <a:lstStyle/>
          <a:p>
            <a:fld id="{47FEACEE-25B4-4A2D-B147-27296E36371D}" type="slidenum">
              <a:rPr lang="en-US" altLang="zh-CN" noProof="0" smtClean="0"/>
              <a:pPr/>
              <a:t>12</a:t>
            </a:fld>
            <a:endParaRPr lang="en-US" altLang="zh-CN" noProof="0" dirty="0"/>
          </a:p>
        </p:txBody>
      </p:sp>
    </p:spTree>
    <p:extLst>
      <p:ext uri="{BB962C8B-B14F-4D97-AF65-F5344CB8AC3E}">
        <p14:creationId xmlns:p14="http://schemas.microsoft.com/office/powerpoint/2010/main" val="34364676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4718E1-5B33-19A3-5C25-2A74DD6E2ECA}"/>
            </a:ext>
          </a:extLst>
        </p:cNvPr>
        <p:cNvGrpSpPr/>
        <p:nvPr/>
      </p:nvGrpSpPr>
      <p:grpSpPr>
        <a:xfrm>
          <a:off x="0" y="0"/>
          <a:ext cx="0" cy="0"/>
          <a:chOff x="0" y="0"/>
          <a:chExt cx="0" cy="0"/>
        </a:xfrm>
      </p:grpSpPr>
      <p:sp>
        <p:nvSpPr>
          <p:cNvPr id="60" name="Title 59">
            <a:extLst>
              <a:ext uri="{FF2B5EF4-FFF2-40B4-BE49-F238E27FC236}">
                <a16:creationId xmlns:a16="http://schemas.microsoft.com/office/drawing/2014/main" id="{9920D455-B31E-04F2-346B-A8270BE21B23}"/>
              </a:ext>
            </a:extLst>
          </p:cNvPr>
          <p:cNvSpPr>
            <a:spLocks noGrp="1"/>
          </p:cNvSpPr>
          <p:nvPr>
            <p:ph type="title"/>
          </p:nvPr>
        </p:nvSpPr>
        <p:spPr>
          <a:xfrm>
            <a:off x="914400" y="1060704"/>
            <a:ext cx="7132320" cy="1773936"/>
          </a:xfrm>
        </p:spPr>
        <p:txBody>
          <a:bodyPr/>
          <a:lstStyle/>
          <a:p>
            <a:r>
              <a:rPr lang="en-US" dirty="0"/>
              <a:t>Register on Collaborate</a:t>
            </a:r>
          </a:p>
        </p:txBody>
      </p:sp>
      <p:sp>
        <p:nvSpPr>
          <p:cNvPr id="43" name="Text Placeholder 42">
            <a:extLst>
              <a:ext uri="{FF2B5EF4-FFF2-40B4-BE49-F238E27FC236}">
                <a16:creationId xmlns:a16="http://schemas.microsoft.com/office/drawing/2014/main" id="{7C20CAFC-5951-2025-B594-EB6EE327CD68}"/>
              </a:ext>
            </a:extLst>
          </p:cNvPr>
          <p:cNvSpPr>
            <a:spLocks noGrp="1"/>
          </p:cNvSpPr>
          <p:nvPr>
            <p:ph idx="1"/>
          </p:nvPr>
        </p:nvSpPr>
        <p:spPr>
          <a:xfrm>
            <a:off x="914399" y="3108959"/>
            <a:ext cx="7649498" cy="3242679"/>
          </a:xfrm>
        </p:spPr>
        <p:txBody>
          <a:bodyPr>
            <a:normAutofit fontScale="92500"/>
          </a:bodyPr>
          <a:lstStyle/>
          <a:p>
            <a:pPr marL="285750" indent="-285750">
              <a:buFont typeface="Arial" panose="020B0604020202020204" pitchFamily="34" charset="0"/>
              <a:buChar char="•"/>
            </a:pPr>
            <a:r>
              <a:rPr lang="en-US" dirty="0"/>
              <a:t>To start the registration process, your company Global Administrator must first go to the following </a:t>
            </a:r>
            <a:r>
              <a:rPr lang="en-US" dirty="0">
                <a:hlinkClick r:id="rId3"/>
              </a:rPr>
              <a:t>Collaborate</a:t>
            </a:r>
            <a:r>
              <a:rPr lang="en-US" dirty="0"/>
              <a:t> link.</a:t>
            </a:r>
          </a:p>
          <a:p>
            <a:pPr marL="285750" indent="-285750">
              <a:buFont typeface="Arial" panose="020B0604020202020204" pitchFamily="34" charset="0"/>
              <a:buChar char="•"/>
            </a:pPr>
            <a:r>
              <a:rPr lang="en-US" dirty="0"/>
              <a:t>Next, your company Global Administrator must select the Get Started option under the Microsoft Collaborate header. If you're properly registered, and have setup your Developer Account, the registration page should autofill with your Company details. If the page isn't filled automatically, complete the form manually.</a:t>
            </a:r>
          </a:p>
          <a:p>
            <a:pPr marL="285750" indent="-285750">
              <a:buFont typeface="Arial" panose="020B0604020202020204" pitchFamily="34" charset="0"/>
              <a:buChar char="•"/>
            </a:pPr>
            <a:r>
              <a:rPr lang="en-US" dirty="0"/>
              <a:t>Once completed, be sure and select the Terms of Use (TOU) option at the bottom of the registration page. You need to accept the Terms of Use to successfully register.</a:t>
            </a:r>
          </a:p>
          <a:p>
            <a:pPr marL="285750" indent="-285750">
              <a:buFont typeface="Arial" panose="020B0604020202020204" pitchFamily="34" charset="0"/>
              <a:buChar char="•"/>
            </a:pPr>
            <a:r>
              <a:rPr lang="en-US" dirty="0"/>
              <a:t>The final step to complete the registration is to select </a:t>
            </a:r>
            <a:r>
              <a:rPr lang="en-US" b="1" dirty="0"/>
              <a:t>GO TO DASHBOARD</a:t>
            </a:r>
            <a:r>
              <a:rPr lang="en-US" dirty="0"/>
              <a:t>.</a:t>
            </a:r>
          </a:p>
          <a:p>
            <a:endParaRPr lang="en-US" dirty="0"/>
          </a:p>
        </p:txBody>
      </p:sp>
      <p:sp>
        <p:nvSpPr>
          <p:cNvPr id="11" name="Slide Number Placeholder 13">
            <a:extLst>
              <a:ext uri="{FF2B5EF4-FFF2-40B4-BE49-F238E27FC236}">
                <a16:creationId xmlns:a16="http://schemas.microsoft.com/office/drawing/2014/main" id="{6303907F-1506-6C7E-1A75-1AC0BD0ABB8B}"/>
              </a:ext>
            </a:extLst>
          </p:cNvPr>
          <p:cNvSpPr txBox="1">
            <a:spLocks/>
          </p:cNvSpPr>
          <p:nvPr/>
        </p:nvSpPr>
        <p:spPr>
          <a:xfrm>
            <a:off x="11194169" y="6215665"/>
            <a:ext cx="458592" cy="365125"/>
          </a:xfrm>
          <a:prstGeom prst="rect">
            <a:avLst/>
          </a:prstGeom>
        </p:spPr>
        <p:txBody>
          <a:bodyPr anchor="ctr"/>
          <a:lstStyle>
            <a:defPPr>
              <a:defRPr lang="zh-CN"/>
            </a:defPPr>
            <a:lvl1pPr marL="0" algn="ctr" defTabSz="914400" rtl="0" eaLnBrk="1" latinLnBrk="0" hangingPunct="1">
              <a:defRPr sz="1200" b="0" i="0" kern="1200">
                <a:solidFill>
                  <a:schemeClr val="tx1"/>
                </a:solidFill>
                <a:latin typeface="Abadi" panose="020B060402010402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fld id="{47FEACEE-25B4-4A2D-B147-27296E36371D}" type="slidenum">
              <a:rPr kumimoji="0" lang="en-US" altLang="zh-CN" sz="1200" u="none" strike="noStrike" kern="1200" cap="none" spc="0" normalizeH="0" baseline="0" smtClean="0">
                <a:ln>
                  <a:noFill/>
                </a:ln>
                <a:solidFill>
                  <a:schemeClr val="bg1"/>
                </a:solidFill>
                <a:effectLst/>
                <a:uLnTx/>
                <a:uFillTx/>
              </a:rPr>
              <a:pPr marL="0" marR="0" lvl="0" indent="0" algn="ctr" defTabSz="914400" rtl="0" eaLnBrk="1" fontAlgn="auto" latinLnBrk="0" hangingPunct="1">
                <a:lnSpc>
                  <a:spcPct val="100000"/>
                </a:lnSpc>
                <a:spcBef>
                  <a:spcPts val="0"/>
                </a:spcBef>
                <a:spcAft>
                  <a:spcPts val="0"/>
                </a:spcAft>
                <a:buClrTx/>
                <a:buSzTx/>
                <a:buFontTx/>
                <a:buNone/>
                <a:tabLst/>
                <a:defRPr/>
              </a:pPr>
              <a:t>13</a:t>
            </a:fld>
            <a:endParaRPr kumimoji="0" lang="en-US" altLang="zh-CN" sz="1200" u="none" strike="noStrike" kern="1200" cap="none" spc="0" normalizeH="0" baseline="0" dirty="0">
              <a:ln>
                <a:noFill/>
              </a:ln>
              <a:solidFill>
                <a:schemeClr val="bg1"/>
              </a:solidFill>
              <a:effectLst/>
              <a:uLnTx/>
              <a:uFillTx/>
            </a:endParaRPr>
          </a:p>
        </p:txBody>
      </p:sp>
      <p:sp>
        <p:nvSpPr>
          <p:cNvPr id="2" name="Slide Number Placeholder 1">
            <a:extLst>
              <a:ext uri="{FF2B5EF4-FFF2-40B4-BE49-F238E27FC236}">
                <a16:creationId xmlns:a16="http://schemas.microsoft.com/office/drawing/2014/main" id="{E8425018-9748-A947-3839-5214B28CD5D9}"/>
              </a:ext>
            </a:extLst>
          </p:cNvPr>
          <p:cNvSpPr>
            <a:spLocks noGrp="1"/>
          </p:cNvSpPr>
          <p:nvPr>
            <p:ph type="sldNum" sz="quarter" idx="55"/>
          </p:nvPr>
        </p:nvSpPr>
        <p:spPr/>
        <p:txBody>
          <a:bodyPr/>
          <a:lstStyle/>
          <a:p>
            <a:fld id="{47FEACEE-25B4-4A2D-B147-27296E36371D}" type="slidenum">
              <a:rPr lang="en-US" altLang="zh-CN" noProof="0" smtClean="0"/>
              <a:pPr/>
              <a:t>13</a:t>
            </a:fld>
            <a:endParaRPr lang="en-US" altLang="zh-CN" noProof="0" dirty="0"/>
          </a:p>
        </p:txBody>
      </p:sp>
    </p:spTree>
    <p:extLst>
      <p:ext uri="{BB962C8B-B14F-4D97-AF65-F5344CB8AC3E}">
        <p14:creationId xmlns:p14="http://schemas.microsoft.com/office/powerpoint/2010/main" val="41453344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Title 23">
            <a:extLst>
              <a:ext uri="{FF2B5EF4-FFF2-40B4-BE49-F238E27FC236}">
                <a16:creationId xmlns:a16="http://schemas.microsoft.com/office/drawing/2014/main" id="{AD2C8D04-263D-9589-1CFF-A5968D7C33D7}"/>
              </a:ext>
            </a:extLst>
          </p:cNvPr>
          <p:cNvSpPr>
            <a:spLocks noGrp="1"/>
          </p:cNvSpPr>
          <p:nvPr>
            <p:ph type="title"/>
          </p:nvPr>
        </p:nvSpPr>
        <p:spPr>
          <a:xfrm>
            <a:off x="6035040" y="731520"/>
            <a:ext cx="5394960" cy="2103120"/>
          </a:xfrm>
        </p:spPr>
        <p:txBody>
          <a:bodyPr/>
          <a:lstStyle/>
          <a:p>
            <a:r>
              <a:rPr lang="en-US" dirty="0"/>
              <a:t>Thank you</a:t>
            </a:r>
          </a:p>
        </p:txBody>
      </p:sp>
      <p:sp>
        <p:nvSpPr>
          <p:cNvPr id="25" name="Text Placeholder 24">
            <a:extLst>
              <a:ext uri="{FF2B5EF4-FFF2-40B4-BE49-F238E27FC236}">
                <a16:creationId xmlns:a16="http://schemas.microsoft.com/office/drawing/2014/main" id="{B993E4D5-4AD0-4740-096D-6822944C8FF6}"/>
              </a:ext>
            </a:extLst>
          </p:cNvPr>
          <p:cNvSpPr>
            <a:spLocks noGrp="1"/>
          </p:cNvSpPr>
          <p:nvPr>
            <p:ph type="body" sz="quarter" idx="27"/>
          </p:nvPr>
        </p:nvSpPr>
        <p:spPr>
          <a:xfrm>
            <a:off x="6035040" y="3108960"/>
            <a:ext cx="5394960" cy="1879791"/>
          </a:xfrm>
        </p:spPr>
        <p:txBody>
          <a:bodyPr/>
          <a:lstStyle/>
          <a:p>
            <a:r>
              <a:rPr lang="en-US" dirty="0"/>
              <a:t>Mirjam Nilsson</a:t>
            </a:r>
          </a:p>
          <a:p>
            <a:pPr lvl="0"/>
            <a:r>
              <a:rPr lang="en-US" dirty="0"/>
              <a:t>mirjam@contoso.com</a:t>
            </a:r>
          </a:p>
          <a:p>
            <a:pPr lvl="0"/>
            <a:r>
              <a:rPr lang="en-US" dirty="0"/>
              <a:t>www.contoso.com</a:t>
            </a:r>
          </a:p>
          <a:p>
            <a:endParaRPr lang="en-US" dirty="0"/>
          </a:p>
        </p:txBody>
      </p:sp>
    </p:spTree>
    <p:extLst>
      <p:ext uri="{BB962C8B-B14F-4D97-AF65-F5344CB8AC3E}">
        <p14:creationId xmlns:p14="http://schemas.microsoft.com/office/powerpoint/2010/main" val="529279411"/>
      </p:ext>
    </p:extLst>
  </p:cSld>
  <p:clrMapOvr>
    <a:masterClrMapping/>
  </p:clrMapOvr>
</p:sld>
</file>

<file path=ppt/theme/theme1.xml><?xml version="1.0" encoding="utf-8"?>
<a:theme xmlns:a="http://schemas.openxmlformats.org/drawingml/2006/main" name="Custom">
  <a:themeElements>
    <a:clrScheme name="Custom 7">
      <a:dk1>
        <a:srgbClr val="000000"/>
      </a:dk1>
      <a:lt1>
        <a:srgbClr val="FFFFFF"/>
      </a:lt1>
      <a:dk2>
        <a:srgbClr val="0F253E"/>
      </a:dk2>
      <a:lt2>
        <a:srgbClr val="E7E6E6"/>
      </a:lt2>
      <a:accent1>
        <a:srgbClr val="4472C4"/>
      </a:accent1>
      <a:accent2>
        <a:srgbClr val="B83903"/>
      </a:accent2>
      <a:accent3>
        <a:srgbClr val="75262A"/>
      </a:accent3>
      <a:accent4>
        <a:srgbClr val="F79320"/>
      </a:accent4>
      <a:accent5>
        <a:srgbClr val="44668D"/>
      </a:accent5>
      <a:accent6>
        <a:srgbClr val="0F253E"/>
      </a:accent6>
      <a:hlink>
        <a:srgbClr val="AEC0D9"/>
      </a:hlink>
      <a:folHlink>
        <a:srgbClr val="B83903"/>
      </a:folHlink>
    </a:clrScheme>
    <a:fontScheme name="Custom 16">
      <a:majorFont>
        <a:latin typeface="Posterama"/>
        <a:ea typeface=""/>
        <a:cs typeface=""/>
      </a:majorFont>
      <a:minorFont>
        <a:latin typeface="Abad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bodyPr/>
      <a:lstStyle>
        <a:defPPr marL="0" indent="0" algn="ctr">
          <a:lnSpc>
            <a:spcPct val="100000"/>
          </a:lnSpc>
          <a:spcBef>
            <a:spcPts val="0"/>
          </a:spcBef>
          <a:buFontTx/>
          <a:buNone/>
          <a:defRPr sz="1800" smtClean="0">
            <a:solidFill>
              <a:prstClr val="white"/>
            </a:solidFill>
            <a:latin typeface="Posterama" panose="020B0504020200020000" pitchFamily="34" charset="0"/>
            <a:ea typeface="微软雅黑"/>
            <a:cs typeface="Posterama" panose="020B0504020200020000" pitchFamily="34" charset="0"/>
          </a:defRPr>
        </a:defPPr>
      </a:lstStyle>
    </a:txDef>
  </a:objectDefaults>
  <a:extraClrSchemeLst/>
  <a:extLst>
    <a:ext uri="{05A4C25C-085E-4340-85A3-A5531E510DB2}">
      <thm15:themeFamily xmlns:thm15="http://schemas.microsoft.com/office/thememl/2012/main" name="TM9027928_win32_EF_v4" id="{FA821E7E-D625-4DCD-A30E-3216B54C8383}" vid="{DE28BE6C-8054-44B2-A92D-A1CAFC256BDB}"/>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30" ma:contentTypeDescription="Create a new document." ma:contentTypeScope="" ma:versionID="cec0622158e8f13124e9e8fd4de31bd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3b52f30ab005d15df08657af532e6e38"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hidden="true"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hidden="tru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hidden="true" ma:internalName="Background" ma:readOnly="false">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element name="MediaServiceBillingMetadata" ma:index="33" nillable="true" ma:displayName="MediaServiceBillingMetadata" ma:hidden="true" ma:internalName="MediaServiceBillingMetadata"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Props1.xml><?xml version="1.0" encoding="utf-8"?>
<ds:datastoreItem xmlns:ds="http://schemas.openxmlformats.org/officeDocument/2006/customXml" ds:itemID="{B0009351-EDD4-484E-ACD6-D50CCB137637}">
  <ds:schemaRefs>
    <ds:schemaRef ds:uri="http://schemas.microsoft.com/sharepoint/v3/contenttype/forms"/>
  </ds:schemaRefs>
</ds:datastoreItem>
</file>

<file path=customXml/itemProps2.xml><?xml version="1.0" encoding="utf-8"?>
<ds:datastoreItem xmlns:ds="http://schemas.openxmlformats.org/officeDocument/2006/customXml" ds:itemID="{79897CAE-455D-42C9-A951-0C21BC122543}">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C8DB3C62-858A-4A01-AFEF-21E0BB8CE262}">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{BE99236D-1AF8-4D1D-A489-9A37D2A989FD}TF63aebcec-8e39-4664-940a-dd6c2f00c54d020a9832_win32-3cdd3ee32610</Template>
  <TotalTime>55</TotalTime>
  <Words>530</Words>
  <Application>Microsoft Office PowerPoint</Application>
  <PresentationFormat>Widescreen</PresentationFormat>
  <Paragraphs>77</Paragraphs>
  <Slides>14</Slides>
  <Notes>10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14</vt:i4>
      </vt:variant>
    </vt:vector>
  </HeadingPairs>
  <TitlesOfParts>
    <vt:vector size="21" baseType="lpstr">
      <vt:lpstr>等线</vt:lpstr>
      <vt:lpstr>Abadi</vt:lpstr>
      <vt:lpstr>Arial</vt:lpstr>
      <vt:lpstr>Calibri</vt:lpstr>
      <vt:lpstr>Posterama</vt:lpstr>
      <vt:lpstr>Posterama Text SemiBold</vt:lpstr>
      <vt:lpstr>Custom</vt:lpstr>
      <vt:lpstr>How to bring your app to AppStore</vt:lpstr>
      <vt:lpstr>Agenda </vt:lpstr>
      <vt:lpstr>Business Central Add-on Apps</vt:lpstr>
      <vt:lpstr>Business Central Connect Apps</vt:lpstr>
      <vt:lpstr>Creation of account </vt:lpstr>
      <vt:lpstr>Overview of accounts</vt:lpstr>
      <vt:lpstr>Type of accounts</vt:lpstr>
      <vt:lpstr>MPN ID</vt:lpstr>
      <vt:lpstr>PartnerSource Business Center (PSBC) account and your unique license file</vt:lpstr>
      <vt:lpstr>Regional Operations Center (ROC)</vt:lpstr>
      <vt:lpstr>Developer account</vt:lpstr>
      <vt:lpstr>Access to Partner Center</vt:lpstr>
      <vt:lpstr>Register on Collaborate</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Oleksandr Fishchuk</dc:creator>
  <cp:lastModifiedBy>Oleksandr Fishchuk</cp:lastModifiedBy>
  <cp:revision>3</cp:revision>
  <dcterms:created xsi:type="dcterms:W3CDTF">2026-05-18T13:07:38Z</dcterms:created>
  <dcterms:modified xsi:type="dcterms:W3CDTF">2026-07-01T12:06:51Z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ies>
</file>