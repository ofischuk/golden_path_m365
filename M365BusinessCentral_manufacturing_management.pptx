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99" r:id="rId6"/>
    <p:sldId id="297" r:id="rId7"/>
    <p:sldId id="261" r:id="rId8"/>
    <p:sldId id="298" r:id="rId9"/>
    <p:sldId id="276" r:id="rId10"/>
    <p:sldId id="293" r:id="rId11"/>
    <p:sldId id="308" r:id="rId12"/>
    <p:sldId id="302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0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3B82-32CD-CEF5-5ADC-3D6AAED37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0E275-9D2A-8E8B-F49F-B32556F34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33233-E278-BBFB-40EC-ED942C1D7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5AA90-BCF1-02C6-741E-D2F841BE0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3656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353C-1BC7-4581-3D7A-60CD7A91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427E3-22CF-CB8E-B314-7F43325D5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9FF99-8F06-6603-38C5-AFDB2F4EF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B0CB5-9E74-69A8-E9FA-B70108A0C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09835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>
            <a:normAutofit fontScale="90000"/>
          </a:bodyPr>
          <a:lstStyle/>
          <a:p>
            <a:r>
              <a:rPr lang="en-US" dirty="0"/>
              <a:t>MS Dynamics365 Business central manufacturing management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goldenpath-software.pl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t" anchorCtr="0"/>
          <a:lstStyle/>
          <a:p>
            <a:r>
              <a:rPr lang="en-US" dirty="0"/>
              <a:t>Growth strategy</a:t>
            </a:r>
          </a:p>
          <a:p>
            <a:r>
              <a:rPr lang="en-US" dirty="0"/>
              <a:t>Market analysis</a:t>
            </a:r>
          </a:p>
          <a:p>
            <a:r>
              <a:rPr lang="en-US" dirty="0"/>
              <a:t>Financial overview</a:t>
            </a:r>
          </a:p>
          <a:p>
            <a:r>
              <a:rPr lang="en-US" dirty="0"/>
              <a:t>Innovative solutions</a:t>
            </a:r>
          </a:p>
          <a:p>
            <a:r>
              <a:rPr lang="en-US" dirty="0"/>
              <a:t>Future initiatives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MS Dynamics365 Business Central manufacturing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Navigating the future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Manufacturing capabilities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Set up various parameters such as work centers, routings, and production BOMs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lIns="0" anchor="t" anchorCtr="0"/>
          <a:lstStyle/>
          <a:p>
            <a:r>
              <a:rPr lang="en-US" dirty="0"/>
              <a:t>Production orders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99339-FABF-04A2-4090-C38B947B2B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 anchorCtr="0"/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12" name="Picture Placeholder 11" descr="A person sitting at their deck and a person walking to their desk">
            <a:extLst>
              <a:ext uri="{FF2B5EF4-FFF2-40B4-BE49-F238E27FC236}">
                <a16:creationId xmlns:a16="http://schemas.microsoft.com/office/drawing/2014/main" id="{7372550F-E2C0-2C0B-0ABA-5672CEBF71D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0" r="10"/>
          <a:stretch/>
        </p:blipFill>
        <p:spPr>
          <a:xfrm>
            <a:off x="7493157" y="529148"/>
            <a:ext cx="4248873" cy="4731130"/>
          </a:xfr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 anchorCtr="0"/>
          <a:lstStyle/>
          <a:p>
            <a:r>
              <a:rPr lang="en-US" altLang="zh-CN" dirty="0"/>
              <a:t>Production orders are central component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Production orders are used to manage the conversion of purchased materials into manufactured items.</a:t>
            </a:r>
          </a:p>
          <a:p>
            <a:pPr marL="0" indent="0">
              <a:buNone/>
            </a:pPr>
            <a:r>
              <a:rPr lang="en-US" dirty="0"/>
              <a:t> Production orders route work through various work or machine centers on the shop floor.</a:t>
            </a:r>
          </a:p>
        </p:txBody>
      </p:sp>
      <p:pic>
        <p:nvPicPr>
          <p:cNvPr id="12" name="Picture Placeholder 11" descr="Three people having a discussion at a table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753"/>
                    </a14:imgEffect>
                    <a14:imgEffect>
                      <a14:saturation sat="133000"/>
                    </a14:imgEffect>
                    <a14:imgEffect>
                      <a14:brightnessContrast bright="4000" contrast="3000"/>
                    </a14:imgEffect>
                  </a14:imgLayer>
                </a14:imgProps>
              </a:ext>
            </a:extLst>
          </a:blip>
          <a:srcRect l="18665" r="18665"/>
          <a:stretch/>
        </p:blipFill>
        <p:spPr>
          <a:xfrm>
            <a:off x="5745002" y="0"/>
            <a:ext cx="6446999" cy="6858000"/>
          </a:xfr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/>
          <a:lstStyle/>
          <a:p>
            <a:r>
              <a:rPr lang="en-US" dirty="0"/>
              <a:t>Production orders consists of: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850" y="2972986"/>
            <a:ext cx="3539613" cy="3242679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Products that are planned for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Materials that are required for the planned production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Products that have just been manufactured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Materials that have already been selected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Products that have been manufactured in the past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Materials that were used in previous manufacturing operations</a:t>
            </a:r>
          </a:p>
          <a:p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23D6-0AC9-5956-B145-87ECED6C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50699C6-76AD-3987-EA31-A708F0A9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65" y="194753"/>
            <a:ext cx="10527400" cy="1036517"/>
          </a:xfrm>
        </p:spPr>
        <p:txBody>
          <a:bodyPr/>
          <a:lstStyle/>
          <a:p>
            <a:r>
              <a:rPr lang="en-US" dirty="0"/>
              <a:t>Production orders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3CF2AF0C-875D-F6D2-DE32-C44A5989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065" y="1393315"/>
            <a:ext cx="8621561" cy="81981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C66614A3-1CD7-4EA4-F3B9-F8F2ADFF007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DFF57-E3A7-31F5-27A4-A200D1EC3334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5DE568-91B5-1E9C-02AC-65D6F6957BD2}"/>
              </a:ext>
            </a:extLst>
          </p:cNvPr>
          <p:cNvPicPr>
            <a:picLocks noGrp="1" noChangeAspect="1"/>
          </p:cNvPicPr>
          <p:nvPr>
            <p:ph idx="56"/>
          </p:nvPr>
        </p:nvPicPr>
        <p:blipFill>
          <a:blip r:embed="rId3"/>
          <a:stretch>
            <a:fillRect/>
          </a:stretch>
        </p:blipFill>
        <p:spPr>
          <a:xfrm>
            <a:off x="2025446" y="1389630"/>
            <a:ext cx="5651456" cy="535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73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A59C-6B27-7B92-9A07-3C03C7BA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F317DC08-AE93-F85F-22CB-CE452A1C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52" y="87310"/>
            <a:ext cx="7132320" cy="1773936"/>
          </a:xfrm>
        </p:spPr>
        <p:txBody>
          <a:bodyPr/>
          <a:lstStyle/>
          <a:p>
            <a:r>
              <a:rPr lang="en-US" dirty="0"/>
              <a:t>Manufacturing capabilities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5286CCA-20DF-0424-A70A-BB6CB1423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069402"/>
            <a:ext cx="3539613" cy="2069690"/>
          </a:xfrm>
        </p:spPr>
        <p:txBody>
          <a:bodyPr>
            <a:normAutofit/>
          </a:bodyPr>
          <a:lstStyle/>
          <a:p>
            <a:r>
              <a:rPr lang="en-US" b="1" dirty="0"/>
              <a:t>Version management</a:t>
            </a:r>
          </a:p>
          <a:p>
            <a:r>
              <a:rPr lang="en-US" dirty="0"/>
              <a:t>Version management allows you to create and manage different versions of the manufacturing bill of materials and routings</a:t>
            </a:r>
          </a:p>
          <a:p>
            <a:r>
              <a:rPr lang="en-US" dirty="0"/>
              <a:t> 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0E0802A3-BFEE-2983-FF47-E26230B845B2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813874" y="2949474"/>
            <a:ext cx="3291840" cy="2651760"/>
          </a:xfrm>
        </p:spPr>
        <p:txBody>
          <a:bodyPr/>
          <a:lstStyle/>
          <a:p>
            <a:r>
              <a:rPr lang="en-US" b="1" dirty="0"/>
              <a:t>Basic supply planning</a:t>
            </a:r>
          </a:p>
          <a:p>
            <a:r>
              <a:rPr lang="en-US" dirty="0"/>
              <a:t>Basic supply planning allows you to plan for material requirements based on demand with support for master production scheduling and materials requirements planning.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5227ECA9-B640-F3D8-3C3F-6F52FEEAF903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4CF30-5594-B0D1-15F0-3D32B199780C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CBD633F6-0AC8-2C29-0DEB-CD95A6D0EADB}"/>
              </a:ext>
            </a:extLst>
          </p:cNvPr>
          <p:cNvSpPr txBox="1">
            <a:spLocks/>
          </p:cNvSpPr>
          <p:nvPr/>
        </p:nvSpPr>
        <p:spPr>
          <a:xfrm>
            <a:off x="914399" y="4145975"/>
            <a:ext cx="3539613" cy="23629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Demand forecasting</a:t>
            </a:r>
          </a:p>
          <a:p>
            <a:r>
              <a:rPr lang="en-US" dirty="0"/>
              <a:t>With demand forecasting, you can plan and create production and purchase orders, taking into consideration the demand forecast together with the level of available inventory and parameters of requirement planning.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617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Oleksandr Fishchuk</a:t>
            </a:r>
          </a:p>
          <a:p>
            <a:pPr lvl="0"/>
            <a:r>
              <a:rPr lang="en-US" dirty="0"/>
              <a:t>ofishchuk@goldenpath-software.pl</a:t>
            </a:r>
          </a:p>
          <a:p>
            <a:pPr lvl="0"/>
            <a:r>
              <a:rPr lang="en-US" dirty="0"/>
              <a:t>www.goldenpath-software.pl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{BE99236D-1AF8-4D1D-A489-9A37D2A989FD}TF63aebcec-8e39-4664-940a-dd6c2f00c54d020a9832_win32-3cdd3ee32610</Template>
  <TotalTime>43</TotalTime>
  <Words>256</Words>
  <Application>Microsoft Office PowerPoint</Application>
  <PresentationFormat>Widescreen</PresentationFormat>
  <Paragraphs>55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MS Dynamics365 Business central manufacturing management</vt:lpstr>
      <vt:lpstr>Agenda </vt:lpstr>
      <vt:lpstr>MS Dynamics365 Business Central manufacturing management</vt:lpstr>
      <vt:lpstr>Manufacturing capabilities   </vt:lpstr>
      <vt:lpstr>Production orders</vt:lpstr>
      <vt:lpstr>Production orders are central component</vt:lpstr>
      <vt:lpstr>Production orders consists of:</vt:lpstr>
      <vt:lpstr>Production orders</vt:lpstr>
      <vt:lpstr>Manufacturing capabilities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Oleksandr Fishchuk</dc:creator>
  <cp:lastModifiedBy>Oleksandr Fishchuk</cp:lastModifiedBy>
  <cp:revision>3</cp:revision>
  <dcterms:created xsi:type="dcterms:W3CDTF">2026-05-18T13:07:38Z</dcterms:created>
  <dcterms:modified xsi:type="dcterms:W3CDTF">2026-05-29T14:57:52Z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