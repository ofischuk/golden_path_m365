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0"/>
  </p:notesMasterIdLst>
  <p:handoutMasterIdLst>
    <p:handoutMasterId r:id="rId21"/>
  </p:handoutMasterIdLst>
  <p:sldIdLst>
    <p:sldId id="292" r:id="rId5"/>
    <p:sldId id="299" r:id="rId6"/>
    <p:sldId id="297" r:id="rId7"/>
    <p:sldId id="276" r:id="rId8"/>
    <p:sldId id="306" r:id="rId9"/>
    <p:sldId id="307" r:id="rId10"/>
    <p:sldId id="293" r:id="rId11"/>
    <p:sldId id="322" r:id="rId12"/>
    <p:sldId id="308" r:id="rId13"/>
    <p:sldId id="309" r:id="rId14"/>
    <p:sldId id="310" r:id="rId15"/>
    <p:sldId id="311" r:id="rId16"/>
    <p:sldId id="323" r:id="rId17"/>
    <p:sldId id="324" r:id="rId18"/>
    <p:sldId id="289" r:id="rId1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36" userDrawn="1">
          <p15:clr>
            <a:srgbClr val="A4A3A4"/>
          </p15:clr>
        </p15:guide>
        <p15:guide id="2" pos="31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84400"/>
    <a:srgbClr val="446992"/>
    <a:srgbClr val="AEC2D8"/>
    <a:srgbClr val="98432A"/>
    <a:srgbClr val="44678D"/>
    <a:srgbClr val="263E5A"/>
    <a:srgbClr val="D6E0EB"/>
    <a:srgbClr val="728DAB"/>
    <a:srgbClr val="C95B3A"/>
    <a:srgbClr val="2D4C6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DCAF9ED-07DC-4A11-8D7F-57B35C25682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839" autoAdjust="0"/>
  </p:normalViewPr>
  <p:slideViewPr>
    <p:cSldViewPr snapToGrid="0" showGuides="1">
      <p:cViewPr varScale="1">
        <p:scale>
          <a:sx n="78" d="100"/>
          <a:sy n="78" d="100"/>
        </p:scale>
        <p:origin x="878" y="67"/>
      </p:cViewPr>
      <p:guideLst>
        <p:guide orient="horz" pos="1536"/>
        <p:guide pos="312"/>
      </p:guideLst>
    </p:cSldViewPr>
  </p:slideViewPr>
  <p:outlineViewPr>
    <p:cViewPr>
      <p:scale>
        <a:sx n="33" d="100"/>
        <a:sy n="33" d="100"/>
      </p:scale>
      <p:origin x="0" y="0"/>
    </p:cViewPr>
  </p:outlineViewPr>
  <p:notesTextViewPr>
    <p:cViewPr>
      <p:scale>
        <a:sx n="1" d="1"/>
        <a:sy n="1" d="1"/>
      </p:scale>
      <p:origin x="0" y="0"/>
    </p:cViewPr>
  </p:notesTextViewPr>
  <p:sorterViewPr>
    <p:cViewPr>
      <p:scale>
        <a:sx n="150" d="100"/>
        <a:sy n="150" d="100"/>
      </p:scale>
      <p:origin x="0" y="0"/>
    </p:cViewPr>
  </p:sorterViewPr>
  <p:notesViewPr>
    <p:cSldViewPr snapToGrid="0">
      <p:cViewPr varScale="1">
        <p:scale>
          <a:sx n="58" d="100"/>
          <a:sy n="58" d="100"/>
        </p:scale>
        <p:origin x="2491" y="6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8/10/relationships/authors" Target="authors.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27E3961-5613-64C6-63C3-6085D0CDAE5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506D1F08-FF42-95F6-3130-AE63E560487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CD26A2A-0A96-0647-84E5-C82F2EFD9474}" type="datetimeFigureOut">
              <a:rPr lang="en-US" smtClean="0"/>
              <a:t>7/1/2026</a:t>
            </a:fld>
            <a:endParaRPr lang="en-US" dirty="0"/>
          </a:p>
        </p:txBody>
      </p:sp>
      <p:sp>
        <p:nvSpPr>
          <p:cNvPr id="4" name="Footer Placeholder 3">
            <a:extLst>
              <a:ext uri="{FF2B5EF4-FFF2-40B4-BE49-F238E27FC236}">
                <a16:creationId xmlns:a16="http://schemas.microsoft.com/office/drawing/2014/main" id="{4CD5B35B-A046-EC3C-A80E-3D9D12C1498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202DDE3-703C-8B4C-9506-EC0A39AACD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B8DC1D1-B6C2-C644-8BF1-C34DBFFE1C78}" type="slidenum">
              <a:rPr lang="en-US" smtClean="0"/>
              <a:t>‹#›</a:t>
            </a:fld>
            <a:endParaRPr lang="en-US" dirty="0"/>
          </a:p>
        </p:txBody>
      </p:sp>
    </p:spTree>
    <p:extLst>
      <p:ext uri="{BB962C8B-B14F-4D97-AF65-F5344CB8AC3E}">
        <p14:creationId xmlns:p14="http://schemas.microsoft.com/office/powerpoint/2010/main" val="9334793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a:extLst>
              <a:ext uri="{FF2B5EF4-FFF2-40B4-BE49-F238E27FC236}">
                <a16:creationId xmlns:a16="http://schemas.microsoft.com/office/drawing/2014/main" id="{0D2594CA-29C5-062F-2EA7-C593B096C62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9" name="Slide Image Placeholder 8">
            <a:extLst>
              <a:ext uri="{FF2B5EF4-FFF2-40B4-BE49-F238E27FC236}">
                <a16:creationId xmlns:a16="http://schemas.microsoft.com/office/drawing/2014/main" id="{E04BB896-BA64-B358-A066-15B96D23BC88}"/>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a:extLst>
              <a:ext uri="{FF2B5EF4-FFF2-40B4-BE49-F238E27FC236}">
                <a16:creationId xmlns:a16="http://schemas.microsoft.com/office/drawing/2014/main" id="{5EFA2818-7747-F326-294F-EEAC9BEF6EBD}"/>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11" name="Date Placeholder 10">
            <a:extLst>
              <a:ext uri="{FF2B5EF4-FFF2-40B4-BE49-F238E27FC236}">
                <a16:creationId xmlns:a16="http://schemas.microsoft.com/office/drawing/2014/main" id="{6B76E0F0-B7F9-756A-3EA4-2114B75370E5}"/>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0CF20C-6BCC-41A4-8C16-5A346425718D}" type="datetimeFigureOut">
              <a:rPr lang="en-US" smtClean="0"/>
              <a:t>7/1/2026</a:t>
            </a:fld>
            <a:endParaRPr lang="en-US" dirty="0"/>
          </a:p>
        </p:txBody>
      </p:sp>
      <p:sp>
        <p:nvSpPr>
          <p:cNvPr id="12" name="Notes Placeholder 11">
            <a:extLst>
              <a:ext uri="{FF2B5EF4-FFF2-40B4-BE49-F238E27FC236}">
                <a16:creationId xmlns:a16="http://schemas.microsoft.com/office/drawing/2014/main" id="{5161C21F-108C-0F07-CDDD-AFB8DDBF6941}"/>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a:extLst>
              <a:ext uri="{FF2B5EF4-FFF2-40B4-BE49-F238E27FC236}">
                <a16:creationId xmlns:a16="http://schemas.microsoft.com/office/drawing/2014/main" id="{A507CBA7-2A1E-725E-35DA-D1CFF08EC633}"/>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60679C-80C7-4E7D-9614-ABA41C5B2858}" type="slidenum">
              <a:rPr lang="en-US" smtClean="0"/>
              <a:t>‹#›</a:t>
            </a:fld>
            <a:endParaRPr lang="en-US" dirty="0"/>
          </a:p>
        </p:txBody>
      </p:sp>
    </p:spTree>
    <p:extLst>
      <p:ext uri="{BB962C8B-B14F-4D97-AF65-F5344CB8AC3E}">
        <p14:creationId xmlns:p14="http://schemas.microsoft.com/office/powerpoint/2010/main" val="4226651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a:t>
            </a:fld>
            <a:endParaRPr lang="en-US" altLang="zh-CN" noProof="0" dirty="0"/>
          </a:p>
        </p:txBody>
      </p:sp>
    </p:spTree>
    <p:extLst>
      <p:ext uri="{BB962C8B-B14F-4D97-AF65-F5344CB8AC3E}">
        <p14:creationId xmlns:p14="http://schemas.microsoft.com/office/powerpoint/2010/main" val="6815932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4</a:t>
            </a:fld>
            <a:endParaRPr lang="en-US" altLang="zh-CN" noProof="0" dirty="0"/>
          </a:p>
        </p:txBody>
      </p:sp>
    </p:spTree>
    <p:extLst>
      <p:ext uri="{BB962C8B-B14F-4D97-AF65-F5344CB8AC3E}">
        <p14:creationId xmlns:p14="http://schemas.microsoft.com/office/powerpoint/2010/main" val="13774609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4C72C-CB40-CE04-5FDD-5446EAF299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0455CA-6375-2A2B-C5E0-63A36C32BA70}"/>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1A0036B5-F9E2-C944-9695-E7EACC7E53A2}"/>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F9D3DB20-31B3-CF65-7DDA-B55CB87B6393}"/>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5</a:t>
            </a:fld>
            <a:endParaRPr lang="en-US" altLang="zh-CN" noProof="0" dirty="0"/>
          </a:p>
        </p:txBody>
      </p:sp>
    </p:spTree>
    <p:extLst>
      <p:ext uri="{BB962C8B-B14F-4D97-AF65-F5344CB8AC3E}">
        <p14:creationId xmlns:p14="http://schemas.microsoft.com/office/powerpoint/2010/main" val="16861594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AC58B1-89EA-C39F-5515-A41C124322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2C7E16-7D10-C3BA-C644-5CFB67DD119E}"/>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781E22EF-8F03-58F0-96B9-2652A8B8A573}"/>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8B8D13D5-9509-FAED-D53F-B75B003462CA}"/>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6</a:t>
            </a:fld>
            <a:endParaRPr lang="en-US" altLang="zh-CN" noProof="0" dirty="0"/>
          </a:p>
        </p:txBody>
      </p:sp>
    </p:spTree>
    <p:extLst>
      <p:ext uri="{BB962C8B-B14F-4D97-AF65-F5344CB8AC3E}">
        <p14:creationId xmlns:p14="http://schemas.microsoft.com/office/powerpoint/2010/main" val="7054636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7</a:t>
            </a:fld>
            <a:endParaRPr lang="en-US" altLang="zh-CN" noProof="0" dirty="0"/>
          </a:p>
        </p:txBody>
      </p:sp>
    </p:spTree>
    <p:extLst>
      <p:ext uri="{BB962C8B-B14F-4D97-AF65-F5344CB8AC3E}">
        <p14:creationId xmlns:p14="http://schemas.microsoft.com/office/powerpoint/2010/main" val="20938003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183D2B-3322-2440-ED2F-334CF7082C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F044B4-CC37-813A-C144-8F2AA5628377}"/>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9D9623DA-71B7-67FB-A469-B606A23AA0D4}"/>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F70A2F3F-BF26-9695-47EA-96BC5E20D858}"/>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8</a:t>
            </a:fld>
            <a:endParaRPr lang="en-US" altLang="zh-CN" noProof="0" dirty="0"/>
          </a:p>
        </p:txBody>
      </p:sp>
    </p:spTree>
    <p:extLst>
      <p:ext uri="{BB962C8B-B14F-4D97-AF65-F5344CB8AC3E}">
        <p14:creationId xmlns:p14="http://schemas.microsoft.com/office/powerpoint/2010/main" val="24433621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F0094-63EF-08B2-EBD3-01D5801D15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3EE3B3-A99D-43AB-8BD0-FFB99EBDA6BB}"/>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ED922D2D-0289-D571-6E5E-3C26EF5DFDCD}"/>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7935E41D-CA6A-0707-4323-B50A1FD80B79}"/>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9</a:t>
            </a:fld>
            <a:endParaRPr lang="en-US" altLang="zh-CN" noProof="0" dirty="0"/>
          </a:p>
        </p:txBody>
      </p:sp>
    </p:spTree>
    <p:extLst>
      <p:ext uri="{BB962C8B-B14F-4D97-AF65-F5344CB8AC3E}">
        <p14:creationId xmlns:p14="http://schemas.microsoft.com/office/powerpoint/2010/main" val="21684015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3CC470-FDB8-26EB-A8D2-0EBD98C3F1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D2C17D-5BC9-255A-A78E-0FC5A2CEFC76}"/>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5A1B07C0-2DC9-26F2-2196-64AF713A6EB7}"/>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2B9C874F-FE3E-41A8-5D51-6F94FC0FC197}"/>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10</a:t>
            </a:fld>
            <a:endParaRPr lang="en-US" altLang="zh-CN" noProof="0" dirty="0"/>
          </a:p>
        </p:txBody>
      </p:sp>
    </p:spTree>
    <p:extLst>
      <p:ext uri="{BB962C8B-B14F-4D97-AF65-F5344CB8AC3E}">
        <p14:creationId xmlns:p14="http://schemas.microsoft.com/office/powerpoint/2010/main" val="24101432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B7BB1-9AF6-98BB-8E57-537B395510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1BC312-4055-9547-203E-72643E720F59}"/>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AD06525E-A4D6-EACE-2496-A967948F661F}"/>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D2F5EECA-8F19-8D7B-9094-4ADF8D4AA632}"/>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11</a:t>
            </a:fld>
            <a:endParaRPr lang="en-US" altLang="zh-CN" noProof="0" dirty="0"/>
          </a:p>
        </p:txBody>
      </p:sp>
    </p:spTree>
    <p:extLst>
      <p:ext uri="{BB962C8B-B14F-4D97-AF65-F5344CB8AC3E}">
        <p14:creationId xmlns:p14="http://schemas.microsoft.com/office/powerpoint/2010/main" val="27850294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149419-D33C-C051-712C-E1F2AB734A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372D01-E477-0EBE-0E6D-FDC58F769381}"/>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28AA8630-BE4B-388F-52C3-E27A2C3A8A84}"/>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82A9A5CF-E71C-20EE-DBC8-E78B74612B47}"/>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12</a:t>
            </a:fld>
            <a:endParaRPr lang="en-US" altLang="zh-CN" noProof="0" dirty="0"/>
          </a:p>
        </p:txBody>
      </p:sp>
    </p:spTree>
    <p:extLst>
      <p:ext uri="{BB962C8B-B14F-4D97-AF65-F5344CB8AC3E}">
        <p14:creationId xmlns:p14="http://schemas.microsoft.com/office/powerpoint/2010/main" val="33021982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FB30FA-26A7-E5CD-9077-E8AF5D36B0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459879-0CF5-1B19-15A8-74F62B01121A}"/>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8D264B94-1AD6-BE22-4BE3-3C3159D408E5}"/>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D72C9B16-86C6-9EE4-7DA8-559334941DA2}"/>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13</a:t>
            </a:fld>
            <a:endParaRPr lang="en-US" altLang="zh-CN" noProof="0" dirty="0"/>
          </a:p>
        </p:txBody>
      </p:sp>
    </p:spTree>
    <p:extLst>
      <p:ext uri="{BB962C8B-B14F-4D97-AF65-F5344CB8AC3E}">
        <p14:creationId xmlns:p14="http://schemas.microsoft.com/office/powerpoint/2010/main" val="21363630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1D147-430E-C9BC-6F3D-C79BF5EB3A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057E4-B46E-8320-0115-9561322A4BA6}"/>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6DD3D92C-D07D-EE6C-BDD8-E2E06000FCE2}"/>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91EBF9E6-C225-A891-B258-89A4FF638661}"/>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14</a:t>
            </a:fld>
            <a:endParaRPr lang="en-US" altLang="zh-CN" noProof="0" dirty="0"/>
          </a:p>
        </p:txBody>
      </p:sp>
    </p:spTree>
    <p:extLst>
      <p:ext uri="{BB962C8B-B14F-4D97-AF65-F5344CB8AC3E}">
        <p14:creationId xmlns:p14="http://schemas.microsoft.com/office/powerpoint/2010/main" val="13115829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15</a:t>
            </a:fld>
            <a:endParaRPr lang="en-US" altLang="zh-CN" noProof="0" dirty="0"/>
          </a:p>
        </p:txBody>
      </p:sp>
    </p:spTree>
    <p:extLst>
      <p:ext uri="{BB962C8B-B14F-4D97-AF65-F5344CB8AC3E}">
        <p14:creationId xmlns:p14="http://schemas.microsoft.com/office/powerpoint/2010/main" val="118182007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Image">
    <p:bg>
      <p:bgPr>
        <a:solidFill>
          <a:schemeClr val="accent6"/>
        </a:solidFill>
        <a:effectLst/>
      </p:bgPr>
    </p:bg>
    <p:spTree>
      <p:nvGrpSpPr>
        <p:cNvPr id="1" name=""/>
        <p:cNvGrpSpPr/>
        <p:nvPr/>
      </p:nvGrpSpPr>
      <p:grpSpPr>
        <a:xfrm>
          <a:off x="0" y="0"/>
          <a:ext cx="0" cy="0"/>
          <a:chOff x="0" y="0"/>
          <a:chExt cx="0" cy="0"/>
        </a:xfrm>
      </p:grpSpPr>
      <p:pic>
        <p:nvPicPr>
          <p:cNvPr id="13" name="Shape 33">
            <a:extLst>
              <a:ext uri="{FF2B5EF4-FFF2-40B4-BE49-F238E27FC236}">
                <a16:creationId xmlns:a16="http://schemas.microsoft.com/office/drawing/2014/main" id="{4D81E37E-7366-D88D-83B8-BBA577CA462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a:xfrm>
            <a:off x="9897686" y="1064464"/>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pic>
        <p:nvPicPr>
          <p:cNvPr id="12" name="Shape 31">
            <a:extLst>
              <a:ext uri="{FF2B5EF4-FFF2-40B4-BE49-F238E27FC236}">
                <a16:creationId xmlns:a16="http://schemas.microsoft.com/office/drawing/2014/main" id="{A2E096B7-3B4F-355B-58E5-41784AC8BE29}"/>
              </a:ext>
              <a:ext uri="{C183D7F6-B498-43B3-948B-1728B52AA6E4}">
                <adec:decorative xmlns:adec="http://schemas.microsoft.com/office/drawing/2017/decorative" val="1"/>
              </a:ext>
            </a:extLst>
          </p:cNvPr>
          <p:cNvPicPr>
            <a:picLocks noChangeAspect="1"/>
          </p:cNvPicPr>
          <p:nvPr userDrawn="1"/>
        </p:nvPicPr>
        <p:blipFill>
          <a:blip r:embed="rId3" cstate="print">
            <a:extLst>
              <a:ext uri="{28A0092B-C50C-407E-A947-70E740481C1C}">
                <a14:useLocalDpi xmlns:a14="http://schemas.microsoft.com/office/drawing/2010/main"/>
              </a:ext>
            </a:extLst>
          </a:blip>
          <a:srcRect t="2555" b="2555"/>
          <a:stretch>
            <a:fillRect/>
          </a:stretch>
        </p:blipFill>
        <p:spPr>
          <a:xfrm>
            <a:off x="6284315" y="3984454"/>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1144292" y="731520"/>
            <a:ext cx="5029200" cy="3291840"/>
          </a:xfrm>
        </p:spPr>
        <p:txBody>
          <a:bodyPr anchor="b">
            <a:normAutofit/>
          </a:bodyPr>
          <a:lstStyle>
            <a:lvl1pPr>
              <a:defRPr sz="4800"/>
            </a:lvl1pPr>
          </a:lstStyle>
          <a:p>
            <a:r>
              <a:rPr lang="en-US" noProof="0"/>
              <a:t>Click to edit Master title style</a:t>
            </a:r>
            <a:endParaRPr lang="en-US" noProof="0" dirty="0"/>
          </a:p>
        </p:txBody>
      </p:sp>
      <p:cxnSp>
        <p:nvCxnSpPr>
          <p:cNvPr id="24" name="Straight Connector 2">
            <a:extLst>
              <a:ext uri="{FF2B5EF4-FFF2-40B4-BE49-F238E27FC236}">
                <a16:creationId xmlns:a16="http://schemas.microsoft.com/office/drawing/2014/main" id="{F1FCCFDB-D985-4322-AC87-F69214893708}"/>
              </a:ext>
            </a:extLst>
          </p:cNvPr>
          <p:cNvCxnSpPr/>
          <p:nvPr userDrawn="1"/>
        </p:nvCxnSpPr>
        <p:spPr>
          <a:xfrm>
            <a:off x="1168533" y="4172084"/>
            <a:ext cx="0" cy="760288"/>
          </a:xfrm>
          <a:prstGeom prst="line">
            <a:avLst/>
          </a:prstGeom>
          <a:noFill/>
          <a:ln w="19050" cap="flat" cmpd="sng" algn="ctr">
            <a:solidFill>
              <a:srgbClr val="D84400"/>
            </a:solidFill>
            <a:prstDash val="solid"/>
            <a:miter lim="800000"/>
          </a:ln>
          <a:effectLst/>
        </p:spPr>
      </p:cxn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1260894" y="4172084"/>
            <a:ext cx="4912598" cy="914400"/>
          </a:xfrm>
          <a:prstGeom prst="rect">
            <a:avLst/>
          </a:prstGeom>
        </p:spPr>
        <p:txBody>
          <a:bodyPr>
            <a:normAutofit/>
          </a:bodyPr>
          <a:lstStyle>
            <a:lvl1pPr marL="0" indent="0">
              <a:lnSpc>
                <a:spcPct val="100000"/>
              </a:lnSpc>
              <a:buNone/>
              <a:defRPr sz="20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47" name="Content placeholder 47">
            <a:extLst>
              <a:ext uri="{FF2B5EF4-FFF2-40B4-BE49-F238E27FC236}">
                <a16:creationId xmlns:a16="http://schemas.microsoft.com/office/drawing/2014/main" id="{0FFAAB58-ABE4-41AC-B94E-432936CE0301}"/>
              </a:ext>
            </a:extLst>
          </p:cNvPr>
          <p:cNvSpPr>
            <a:spLocks noGrp="1"/>
          </p:cNvSpPr>
          <p:nvPr>
            <p:ph type="pic" sz="quarter" idx="47" hasCustomPrompt="1"/>
          </p:nvPr>
        </p:nvSpPr>
        <p:spPr>
          <a:xfrm>
            <a:off x="6742557" y="821836"/>
            <a:ext cx="4405503" cy="5066346"/>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dirty="0"/>
              <a:t>Click icon to add picture≈≈</a:t>
            </a:r>
          </a:p>
        </p:txBody>
      </p:sp>
      <p:sp>
        <p:nvSpPr>
          <p:cNvPr id="9" name="Freeform: Shape 11">
            <a:extLst>
              <a:ext uri="{FF2B5EF4-FFF2-40B4-BE49-F238E27FC236}">
                <a16:creationId xmlns:a16="http://schemas.microsoft.com/office/drawing/2014/main" id="{9ECA281C-F2CB-AE9D-DCD6-F94D3FEE2E67}"/>
              </a:ext>
            </a:extLst>
          </p:cNvPr>
          <p:cNvSpPr/>
          <p:nvPr userDrawn="1"/>
        </p:nvSpPr>
        <p:spPr>
          <a:xfrm>
            <a:off x="7441324" y="5568778"/>
            <a:ext cx="829927" cy="949454"/>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Tree>
    <p:extLst>
      <p:ext uri="{BB962C8B-B14F-4D97-AF65-F5344CB8AC3E}">
        <p14:creationId xmlns:p14="http://schemas.microsoft.com/office/powerpoint/2010/main" val="3496649517"/>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5518B595-5A04-0768-52B1-73F11E4754EA}"/>
              </a:ext>
            </a:extLst>
          </p:cNvPr>
          <p:cNvSpPr>
            <a:spLocks noGrp="1"/>
          </p:cNvSpPr>
          <p:nvPr>
            <p:ph type="title"/>
          </p:nvPr>
        </p:nvSpPr>
        <p:spPr>
          <a:xfrm>
            <a:off x="914400" y="3429000"/>
            <a:ext cx="4206240" cy="2377440"/>
          </a:xfrm>
        </p:spPr>
        <p:txBody>
          <a:bodyPr anchor="t">
            <a:noAutofit/>
          </a:bodyPr>
          <a:lstStyle>
            <a:lvl1pPr>
              <a:defRPr sz="3600"/>
            </a:lvl1pPr>
          </a:lstStyle>
          <a:p>
            <a:r>
              <a:rPr lang="en-US" noProof="0"/>
              <a:t>Click to edit Master title style</a:t>
            </a:r>
            <a:endParaRPr lang="en-US" noProof="0" dirty="0"/>
          </a:p>
        </p:txBody>
      </p:sp>
      <p:sp>
        <p:nvSpPr>
          <p:cNvPr id="6" name="Content Placeholder 4">
            <a:extLst>
              <a:ext uri="{FF2B5EF4-FFF2-40B4-BE49-F238E27FC236}">
                <a16:creationId xmlns:a16="http://schemas.microsoft.com/office/drawing/2014/main" id="{73CCCCFD-E0FE-BDB7-CF9D-FCA345E6BA55}"/>
              </a:ext>
            </a:extLst>
          </p:cNvPr>
          <p:cNvSpPr>
            <a:spLocks noGrp="1"/>
          </p:cNvSpPr>
          <p:nvPr>
            <p:ph sz="quarter" idx="35"/>
          </p:nvPr>
        </p:nvSpPr>
        <p:spPr>
          <a:xfrm>
            <a:off x="5394325" y="3429000"/>
            <a:ext cx="3475038" cy="2378075"/>
          </a:xfrm>
        </p:spPr>
        <p:txBody>
          <a:bodyPr anchor="ctr"/>
          <a:lstStyle>
            <a:lvl1pPr marL="347472">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Shape 4">
            <a:extLst>
              <a:ext uri="{FF2B5EF4-FFF2-40B4-BE49-F238E27FC236}">
                <a16:creationId xmlns:a16="http://schemas.microsoft.com/office/drawing/2014/main" id="{AE722AFD-22D7-4BD8-B055-3867C3800E16}"/>
              </a:ext>
            </a:extLst>
          </p:cNvPr>
          <p:cNvSpPr/>
          <p:nvPr userDrawn="1"/>
        </p:nvSpPr>
        <p:spPr>
          <a:xfrm>
            <a:off x="6282845" y="525294"/>
            <a:ext cx="1913128" cy="214008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3" name="Freeform: Shape 12">
            <a:extLst>
              <a:ext uri="{FF2B5EF4-FFF2-40B4-BE49-F238E27FC236}">
                <a16:creationId xmlns:a16="http://schemas.microsoft.com/office/drawing/2014/main" id="{5D0355E4-3980-42A9-9376-74163520D39D}"/>
              </a:ext>
            </a:extLst>
          </p:cNvPr>
          <p:cNvSpPr/>
          <p:nvPr userDrawn="1"/>
        </p:nvSpPr>
        <p:spPr>
          <a:xfrm>
            <a:off x="8375472" y="496110"/>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6" name="Freeform: Shape 15">
            <a:extLst>
              <a:ext uri="{FF2B5EF4-FFF2-40B4-BE49-F238E27FC236}">
                <a16:creationId xmlns:a16="http://schemas.microsoft.com/office/drawing/2014/main" id="{B9D430ED-A815-4274-966C-8192C4230569}"/>
              </a:ext>
            </a:extLst>
          </p:cNvPr>
          <p:cNvSpPr/>
          <p:nvPr userDrawn="1"/>
        </p:nvSpPr>
        <p:spPr>
          <a:xfrm>
            <a:off x="9403474" y="2310314"/>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29" name="Freeform 28">
            <a:extLst>
              <a:ext uri="{FF2B5EF4-FFF2-40B4-BE49-F238E27FC236}">
                <a16:creationId xmlns:a16="http://schemas.microsoft.com/office/drawing/2014/main" id="{0B88ADED-0863-78D3-7710-E131932E965F}"/>
              </a:ext>
            </a:extLst>
          </p:cNvPr>
          <p:cNvSpPr/>
          <p:nvPr userDrawn="1"/>
        </p:nvSpPr>
        <p:spPr>
          <a:xfrm>
            <a:off x="10460480" y="505838"/>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8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8"/>
                </a:lnTo>
                <a:lnTo>
                  <a:pt x="956364" y="2159541"/>
                </a:lnTo>
                <a:lnTo>
                  <a:pt x="0" y="1623503"/>
                </a:lnTo>
                <a:lnTo>
                  <a:pt x="0" y="543733"/>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27">
            <a:extLst>
              <a:ext uri="{FF2B5EF4-FFF2-40B4-BE49-F238E27FC236}">
                <a16:creationId xmlns:a16="http://schemas.microsoft.com/office/drawing/2014/main" id="{32435EB1-8BEE-9EEE-D9E4-E53D56B7E09C}"/>
              </a:ext>
            </a:extLst>
          </p:cNvPr>
          <p:cNvSpPr/>
          <p:nvPr userDrawn="1"/>
        </p:nvSpPr>
        <p:spPr>
          <a:xfrm>
            <a:off x="11498097" y="2436654"/>
            <a:ext cx="698022" cy="1868948"/>
          </a:xfrm>
          <a:custGeom>
            <a:avLst/>
            <a:gdLst>
              <a:gd name="connsiteX0" fmla="*/ 698022 w 698022"/>
              <a:gd name="connsiteY0" fmla="*/ 0 h 1868948"/>
              <a:gd name="connsiteX1" fmla="*/ 698022 w 698022"/>
              <a:gd name="connsiteY1" fmla="*/ 1868948 h 1868948"/>
              <a:gd name="connsiteX2" fmla="*/ 0 w 698022"/>
              <a:gd name="connsiteY2" fmla="*/ 1477709 h 1868948"/>
              <a:gd name="connsiteX3" fmla="*/ 0 w 698022"/>
              <a:gd name="connsiteY3" fmla="*/ 397939 h 1868948"/>
            </a:gdLst>
            <a:ahLst/>
            <a:cxnLst>
              <a:cxn ang="0">
                <a:pos x="connsiteX0" y="connsiteY0"/>
              </a:cxn>
              <a:cxn ang="0">
                <a:pos x="connsiteX1" y="connsiteY1"/>
              </a:cxn>
              <a:cxn ang="0">
                <a:pos x="connsiteX2" y="connsiteY2"/>
              </a:cxn>
              <a:cxn ang="0">
                <a:pos x="connsiteX3" y="connsiteY3"/>
              </a:cxn>
            </a:cxnLst>
            <a:rect l="l" t="t" r="r" b="b"/>
            <a:pathLst>
              <a:path w="698022" h="1868948">
                <a:moveTo>
                  <a:pt x="698022" y="0"/>
                </a:moveTo>
                <a:lnTo>
                  <a:pt x="698022" y="1868948"/>
                </a:lnTo>
                <a:lnTo>
                  <a:pt x="0" y="1477709"/>
                </a:lnTo>
                <a:lnTo>
                  <a:pt x="0" y="397939"/>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29">
            <a:extLst>
              <a:ext uri="{FF2B5EF4-FFF2-40B4-BE49-F238E27FC236}">
                <a16:creationId xmlns:a16="http://schemas.microsoft.com/office/drawing/2014/main" id="{2692688E-3654-181E-6244-F2CED7612746}"/>
              </a:ext>
            </a:extLst>
          </p:cNvPr>
          <p:cNvSpPr/>
          <p:nvPr userDrawn="1"/>
        </p:nvSpPr>
        <p:spPr>
          <a:xfrm>
            <a:off x="10460480" y="4114794"/>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9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9"/>
                </a:lnTo>
                <a:lnTo>
                  <a:pt x="956364" y="2159541"/>
                </a:lnTo>
                <a:lnTo>
                  <a:pt x="0" y="1623503"/>
                </a:lnTo>
                <a:lnTo>
                  <a:pt x="0" y="543733"/>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 name="Footer Placeholder 1">
            <a:extLst>
              <a:ext uri="{FF2B5EF4-FFF2-40B4-BE49-F238E27FC236}">
                <a16:creationId xmlns:a16="http://schemas.microsoft.com/office/drawing/2014/main" id="{D6B1A7E0-D0BF-7FCA-D296-94BFC0D611C5}"/>
              </a:ext>
            </a:extLst>
          </p:cNvPr>
          <p:cNvSpPr>
            <a:spLocks noGrp="1"/>
          </p:cNvSpPr>
          <p:nvPr>
            <p:ph type="ftr" sz="quarter" idx="33"/>
          </p:nvPr>
        </p:nvSpPr>
        <p:spPr/>
        <p:txBody>
          <a:bodyPr/>
          <a:lstStyle/>
          <a:p>
            <a:endParaRPr lang="en-US" noProof="0" dirty="0"/>
          </a:p>
        </p:txBody>
      </p:sp>
      <p:sp>
        <p:nvSpPr>
          <p:cNvPr id="3" name="Slide Number Placeholder 2">
            <a:extLst>
              <a:ext uri="{FF2B5EF4-FFF2-40B4-BE49-F238E27FC236}">
                <a16:creationId xmlns:a16="http://schemas.microsoft.com/office/drawing/2014/main" id="{FCAC10D1-DF42-8734-0793-84312B963E62}"/>
              </a:ext>
            </a:extLst>
          </p:cNvPr>
          <p:cNvSpPr>
            <a:spLocks noGrp="1"/>
          </p:cNvSpPr>
          <p:nvPr>
            <p:ph type="sldNum" sz="quarter" idx="34"/>
          </p:nvPr>
        </p:nvSpPr>
        <p:spPr/>
        <p:txBody>
          <a:bodyPr/>
          <a:lstStyle/>
          <a:p>
            <a:fld id="{47FEACEE-25B4-4A2D-B147-27296E36371D}" type="slidenum">
              <a:rPr lang="en-US" altLang="zh-CN" noProof="0" smtClean="0"/>
              <a:pPr/>
              <a:t>‹#›</a:t>
            </a:fld>
            <a:endParaRPr lang="en-US" altLang="zh-CN" noProof="0" dirty="0"/>
          </a:p>
        </p:txBody>
      </p:sp>
      <p:sp>
        <p:nvSpPr>
          <p:cNvPr id="8" name="Freeform 7">
            <a:extLst>
              <a:ext uri="{FF2B5EF4-FFF2-40B4-BE49-F238E27FC236}">
                <a16:creationId xmlns:a16="http://schemas.microsoft.com/office/drawing/2014/main" id="{24C8F37E-3F74-F3FA-C9D8-7083DF2BBECC}"/>
              </a:ext>
            </a:extLst>
          </p:cNvPr>
          <p:cNvSpPr/>
          <p:nvPr userDrawn="1"/>
        </p:nvSpPr>
        <p:spPr>
          <a:xfrm>
            <a:off x="7325349"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8">
            <a:extLst>
              <a:ext uri="{FF2B5EF4-FFF2-40B4-BE49-F238E27FC236}">
                <a16:creationId xmlns:a16="http://schemas.microsoft.com/office/drawing/2014/main" id="{FB905CE6-1C2F-E053-4D14-6B86F4EFDC10}"/>
              </a:ext>
            </a:extLst>
          </p:cNvPr>
          <p:cNvSpPr/>
          <p:nvPr userDrawn="1"/>
        </p:nvSpPr>
        <p:spPr>
          <a:xfrm>
            <a:off x="9416816"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Shape 12">
            <a:extLst>
              <a:ext uri="{FF2B5EF4-FFF2-40B4-BE49-F238E27FC236}">
                <a16:creationId xmlns:a16="http://schemas.microsoft.com/office/drawing/2014/main" id="{0B2D3BF4-495E-23C2-9911-15BC9E0D8EA7}"/>
              </a:ext>
            </a:extLst>
          </p:cNvPr>
          <p:cNvSpPr/>
          <p:nvPr userDrawn="1"/>
        </p:nvSpPr>
        <p:spPr>
          <a:xfrm>
            <a:off x="1571157" y="505838"/>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8" name="Freeform 17">
            <a:extLst>
              <a:ext uri="{FF2B5EF4-FFF2-40B4-BE49-F238E27FC236}">
                <a16:creationId xmlns:a16="http://schemas.microsoft.com/office/drawing/2014/main" id="{62629C19-89EB-BC19-9230-7F7675E16EFF}"/>
              </a:ext>
            </a:extLst>
          </p:cNvPr>
          <p:cNvSpPr/>
          <p:nvPr userDrawn="1"/>
        </p:nvSpPr>
        <p:spPr>
          <a:xfrm>
            <a:off x="521034"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2"/>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1143481105"/>
      </p:ext>
    </p:extLst>
  </p:cSld>
  <p:clrMapOvr>
    <a:masterClrMapping/>
  </p:clrMapOvr>
  <p:extLst>
    <p:ext uri="{DCECCB84-F9BA-43D5-87BE-67443E8EF086}">
      <p15:sldGuideLst xmlns:p15="http://schemas.microsoft.com/office/powerpoint/2012/main">
        <p15:guide id="1" orient="horz" pos="528">
          <p15:clr>
            <a:srgbClr val="FBAE40"/>
          </p15:clr>
        </p15:guide>
        <p15:guide id="2" pos="50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chemeClr val="accent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5998464" y="731520"/>
            <a:ext cx="5029200" cy="3291840"/>
          </a:xfrm>
        </p:spPr>
        <p:txBody>
          <a:bodyPr anchor="b">
            <a:normAutofit/>
          </a:bodyPr>
          <a:lstStyle/>
          <a:p>
            <a:r>
              <a:rPr lang="en-US" noProof="0"/>
              <a:t>Click to edit Master title style</a:t>
            </a:r>
            <a:endParaRPr lang="en-US" noProof="0" dirty="0"/>
          </a:p>
        </p:txBody>
      </p: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6117336" y="4172084"/>
            <a:ext cx="4910328" cy="1005840"/>
          </a:xfrm>
          <a:prstGeom prst="rect">
            <a:avLst/>
          </a:prstGeom>
        </p:spPr>
        <p:txBody>
          <a:bodyPr>
            <a:normAutofit/>
          </a:bodyPr>
          <a:lstStyle>
            <a:lvl1pPr marL="0" indent="0">
              <a:lnSpc>
                <a:spcPct val="100000"/>
              </a:lnSpc>
              <a:buNone/>
              <a:defRPr sz="18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2" name="Freeform: Shape 5">
            <a:extLst>
              <a:ext uri="{FF2B5EF4-FFF2-40B4-BE49-F238E27FC236}">
                <a16:creationId xmlns:a16="http://schemas.microsoft.com/office/drawing/2014/main" id="{B17C1EC9-3787-8D41-B5F1-BF16FD5C7ACB}"/>
              </a:ext>
            </a:extLst>
          </p:cNvPr>
          <p:cNvSpPr/>
          <p:nvPr userDrawn="1"/>
        </p:nvSpPr>
        <p:spPr>
          <a:xfrm>
            <a:off x="3843559" y="722518"/>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4" name="Freeform: Shape 6">
            <a:extLst>
              <a:ext uri="{FF2B5EF4-FFF2-40B4-BE49-F238E27FC236}">
                <a16:creationId xmlns:a16="http://schemas.microsoft.com/office/drawing/2014/main" id="{E945D8B2-8BED-B43F-8D56-AB19D0D29970}"/>
              </a:ext>
            </a:extLst>
          </p:cNvPr>
          <p:cNvSpPr/>
          <p:nvPr userDrawn="1"/>
        </p:nvSpPr>
        <p:spPr>
          <a:xfrm>
            <a:off x="1223929" y="1436914"/>
            <a:ext cx="2857005" cy="326977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600" noProof="0" dirty="0"/>
          </a:p>
        </p:txBody>
      </p:sp>
      <p:sp>
        <p:nvSpPr>
          <p:cNvPr id="5" name="Freeform: Shape 7">
            <a:extLst>
              <a:ext uri="{FF2B5EF4-FFF2-40B4-BE49-F238E27FC236}">
                <a16:creationId xmlns:a16="http://schemas.microsoft.com/office/drawing/2014/main" id="{3853EA5E-735A-20F3-684A-C0AD030EC2D4}"/>
              </a:ext>
            </a:extLst>
          </p:cNvPr>
          <p:cNvSpPr/>
          <p:nvPr userDrawn="1"/>
        </p:nvSpPr>
        <p:spPr>
          <a:xfrm>
            <a:off x="758702" y="3457554"/>
            <a:ext cx="1208037" cy="138175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6" name="Freeform: Shape 11">
            <a:extLst>
              <a:ext uri="{FF2B5EF4-FFF2-40B4-BE49-F238E27FC236}">
                <a16:creationId xmlns:a16="http://schemas.microsoft.com/office/drawing/2014/main" id="{75DB4848-0824-8316-ED27-44DF37AD6F3D}"/>
              </a:ext>
            </a:extLst>
          </p:cNvPr>
          <p:cNvSpPr/>
          <p:nvPr userDrawn="1"/>
        </p:nvSpPr>
        <p:spPr>
          <a:xfrm>
            <a:off x="2917915" y="4662164"/>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cxnSp>
        <p:nvCxnSpPr>
          <p:cNvPr id="7" name="Straight Connector 2">
            <a:extLst>
              <a:ext uri="{FF2B5EF4-FFF2-40B4-BE49-F238E27FC236}">
                <a16:creationId xmlns:a16="http://schemas.microsoft.com/office/drawing/2014/main" id="{8784B377-2FE4-4091-C29F-46938ECFA73E}"/>
              </a:ext>
            </a:extLst>
          </p:cNvPr>
          <p:cNvCxnSpPr/>
          <p:nvPr userDrawn="1"/>
        </p:nvCxnSpPr>
        <p:spPr>
          <a:xfrm>
            <a:off x="5998709" y="4172084"/>
            <a:ext cx="0" cy="760288"/>
          </a:xfrm>
          <a:prstGeom prst="line">
            <a:avLst/>
          </a:prstGeom>
          <a:noFill/>
          <a:ln w="19050" cap="flat" cmpd="sng" algn="ctr">
            <a:solidFill>
              <a:srgbClr val="D84400"/>
            </a:solidFill>
            <a:prstDash val="solid"/>
            <a:miter lim="800000"/>
          </a:ln>
          <a:effectLst/>
        </p:spPr>
      </p:cxnSp>
    </p:spTree>
    <p:extLst>
      <p:ext uri="{BB962C8B-B14F-4D97-AF65-F5344CB8AC3E}">
        <p14:creationId xmlns:p14="http://schemas.microsoft.com/office/powerpoint/2010/main" val="2612047778"/>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with image">
    <p:bg>
      <p:bgPr>
        <a:solidFill>
          <a:schemeClr val="accent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1143000" y="3200400"/>
            <a:ext cx="5029200" cy="2743200"/>
          </a:xfrm>
        </p:spPr>
        <p:txBody>
          <a:bodyPr anchor="t">
            <a:normAutofit/>
          </a:bodyPr>
          <a:lstStyle>
            <a:lvl1pPr>
              <a:defRPr sz="4800"/>
            </a:lvl1pPr>
          </a:lstStyle>
          <a:p>
            <a:r>
              <a:rPr lang="en-US" noProof="0"/>
              <a:t>Click to edit Master title style</a:t>
            </a:r>
            <a:endParaRPr lang="en-US" noProof="0" dirty="0"/>
          </a:p>
        </p:txBody>
      </p:sp>
      <p:pic>
        <p:nvPicPr>
          <p:cNvPr id="10" name="Picture Placeholder 31">
            <a:extLst>
              <a:ext uri="{FF2B5EF4-FFF2-40B4-BE49-F238E27FC236}">
                <a16:creationId xmlns:a16="http://schemas.microsoft.com/office/drawing/2014/main" id="{373D33A6-83B0-5538-2873-8856E4E60DC0}"/>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a:ext>
            </a:extLst>
          </a:blip>
          <a:srcRect t="2555" b="2555"/>
          <a:stretch>
            <a:fillRect/>
          </a:stretch>
        </p:blipFill>
        <p:spPr>
          <a:xfrm>
            <a:off x="6504265" y="3029080"/>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accent5">
              <a:alpha val="30000"/>
            </a:schemeClr>
          </a:solidFill>
        </p:spPr>
      </p:pic>
      <p:sp>
        <p:nvSpPr>
          <p:cNvPr id="7" name="Content placeholder 47">
            <a:extLst>
              <a:ext uri="{FF2B5EF4-FFF2-40B4-BE49-F238E27FC236}">
                <a16:creationId xmlns:a16="http://schemas.microsoft.com/office/drawing/2014/main" id="{3944D979-8121-82AA-A130-38072F1EA83F}"/>
              </a:ext>
            </a:extLst>
          </p:cNvPr>
          <p:cNvSpPr>
            <a:spLocks noGrp="1"/>
          </p:cNvSpPr>
          <p:nvPr>
            <p:ph type="pic" sz="quarter" idx="47" hasCustomPrompt="1"/>
          </p:nvPr>
        </p:nvSpPr>
        <p:spPr>
          <a:xfrm>
            <a:off x="7493157" y="529148"/>
            <a:ext cx="4248873" cy="473113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dirty="0"/>
              <a:t>Click icon to add picture≈≈</a:t>
            </a:r>
          </a:p>
        </p:txBody>
      </p: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1261872" y="2240280"/>
            <a:ext cx="5029200" cy="760288"/>
          </a:xfrm>
          <a:prstGeom prst="rect">
            <a:avLst/>
          </a:prstGeom>
        </p:spPr>
        <p:txBody>
          <a:bodyPr anchor="b">
            <a:normAutofit/>
          </a:bodyPr>
          <a:lstStyle>
            <a:lvl1pPr marL="0" indent="0">
              <a:lnSpc>
                <a:spcPct val="100000"/>
              </a:lnSpc>
              <a:buNone/>
              <a:defRPr sz="20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5" name="Freeform: Shape 25">
            <a:extLst>
              <a:ext uri="{FF2B5EF4-FFF2-40B4-BE49-F238E27FC236}">
                <a16:creationId xmlns:a16="http://schemas.microsoft.com/office/drawing/2014/main" id="{8A1DBD66-3066-DF70-EF94-95DF0D7A6503}"/>
              </a:ext>
            </a:extLst>
          </p:cNvPr>
          <p:cNvSpPr/>
          <p:nvPr userDrawn="1"/>
        </p:nvSpPr>
        <p:spPr>
          <a:xfrm flipH="1">
            <a:off x="7400972" y="4594440"/>
            <a:ext cx="1347680" cy="158117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6" name="Freeform: Shape 11">
            <a:extLst>
              <a:ext uri="{FF2B5EF4-FFF2-40B4-BE49-F238E27FC236}">
                <a16:creationId xmlns:a16="http://schemas.microsoft.com/office/drawing/2014/main" id="{D2CC929C-40BF-4EF5-7910-7F657CAF8CA9}"/>
              </a:ext>
            </a:extLst>
          </p:cNvPr>
          <p:cNvSpPr/>
          <p:nvPr userDrawn="1"/>
        </p:nvSpPr>
        <p:spPr>
          <a:xfrm>
            <a:off x="6521016" y="4772906"/>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cxnSp>
        <p:nvCxnSpPr>
          <p:cNvPr id="9" name="Straight Connector 2">
            <a:extLst>
              <a:ext uri="{FF2B5EF4-FFF2-40B4-BE49-F238E27FC236}">
                <a16:creationId xmlns:a16="http://schemas.microsoft.com/office/drawing/2014/main" id="{66E94398-47F0-267C-6791-5C30B1CEF496}"/>
              </a:ext>
            </a:extLst>
          </p:cNvPr>
          <p:cNvCxnSpPr/>
          <p:nvPr userDrawn="1"/>
        </p:nvCxnSpPr>
        <p:spPr>
          <a:xfrm>
            <a:off x="1142663" y="2282891"/>
            <a:ext cx="0" cy="760288"/>
          </a:xfrm>
          <a:prstGeom prst="line">
            <a:avLst/>
          </a:prstGeom>
          <a:noFill/>
          <a:ln w="19050" cap="flat" cmpd="sng" algn="ctr">
            <a:solidFill>
              <a:srgbClr val="D84400"/>
            </a:solidFill>
            <a:prstDash val="solid"/>
            <a:miter lim="800000"/>
          </a:ln>
          <a:effectLst/>
        </p:spPr>
      </p:cxnSp>
    </p:spTree>
    <p:extLst>
      <p:ext uri="{BB962C8B-B14F-4D97-AF65-F5344CB8AC3E}">
        <p14:creationId xmlns:p14="http://schemas.microsoft.com/office/powerpoint/2010/main" val="777926280"/>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01">
    <p:spTree>
      <p:nvGrpSpPr>
        <p:cNvPr id="1" name=""/>
        <p:cNvGrpSpPr/>
        <p:nvPr/>
      </p:nvGrpSpPr>
      <p:grpSpPr>
        <a:xfrm>
          <a:off x="0" y="0"/>
          <a:ext cx="0" cy="0"/>
          <a:chOff x="0" y="0"/>
          <a:chExt cx="0" cy="0"/>
        </a:xfrm>
      </p:grpSpPr>
      <p:sp>
        <p:nvSpPr>
          <p:cNvPr id="11" name="Title Placeholder 4">
            <a:extLst>
              <a:ext uri="{FF2B5EF4-FFF2-40B4-BE49-F238E27FC236}">
                <a16:creationId xmlns:a16="http://schemas.microsoft.com/office/drawing/2014/main" id="{05751864-B11A-0286-13EA-2AC2A2C8DD5D}"/>
              </a:ext>
            </a:extLst>
          </p:cNvPr>
          <p:cNvSpPr>
            <a:spLocks noGrp="1"/>
          </p:cNvSpPr>
          <p:nvPr>
            <p:ph type="title"/>
          </p:nvPr>
        </p:nvSpPr>
        <p:spPr>
          <a:xfrm>
            <a:off x="914400" y="731520"/>
            <a:ext cx="4663440" cy="1737360"/>
          </a:xfrm>
          <a:prstGeom prst="rect">
            <a:avLst/>
          </a:prstGeom>
        </p:spPr>
        <p:txBody>
          <a:bodyPr vert="horz" lIns="91440" tIns="45720" rIns="91440" bIns="45720" rtlCol="0"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3E7A93C-2947-B6E4-C693-7C485DDC0135}"/>
              </a:ext>
            </a:extLst>
          </p:cNvPr>
          <p:cNvSpPr>
            <a:spLocks noGrp="1"/>
          </p:cNvSpPr>
          <p:nvPr>
            <p:ph idx="1"/>
          </p:nvPr>
        </p:nvSpPr>
        <p:spPr>
          <a:xfrm>
            <a:off x="5852160" y="731520"/>
            <a:ext cx="5486400" cy="173736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Content Placeholder 2">
            <a:extLst>
              <a:ext uri="{FF2B5EF4-FFF2-40B4-BE49-F238E27FC236}">
                <a16:creationId xmlns:a16="http://schemas.microsoft.com/office/drawing/2014/main" id="{E8A3F288-990F-014E-F099-1E3091477CA7}"/>
              </a:ext>
            </a:extLst>
          </p:cNvPr>
          <p:cNvSpPr>
            <a:spLocks noGrp="1"/>
          </p:cNvSpPr>
          <p:nvPr>
            <p:ph idx="30"/>
          </p:nvPr>
        </p:nvSpPr>
        <p:spPr>
          <a:xfrm>
            <a:off x="914400" y="2743200"/>
            <a:ext cx="8348472" cy="3374136"/>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reeform: Shape 5">
            <a:extLst>
              <a:ext uri="{FF2B5EF4-FFF2-40B4-BE49-F238E27FC236}">
                <a16:creationId xmlns:a16="http://schemas.microsoft.com/office/drawing/2014/main" id="{3F619E6B-153E-B522-47EB-4104C405736C}"/>
              </a:ext>
            </a:extLst>
          </p:cNvPr>
          <p:cNvSpPr/>
          <p:nvPr userDrawn="1"/>
        </p:nvSpPr>
        <p:spPr>
          <a:xfrm>
            <a:off x="10551278" y="4665388"/>
            <a:ext cx="603952" cy="68174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Freeform 11">
            <a:extLst>
              <a:ext uri="{FF2B5EF4-FFF2-40B4-BE49-F238E27FC236}">
                <a16:creationId xmlns:a16="http://schemas.microsoft.com/office/drawing/2014/main" id="{687A7B3D-E004-6D6A-5979-8F1BADBC9237}"/>
              </a:ext>
            </a:extLst>
          </p:cNvPr>
          <p:cNvSpPr/>
          <p:nvPr userDrawn="1"/>
        </p:nvSpPr>
        <p:spPr>
          <a:xfrm>
            <a:off x="10524774" y="5146146"/>
            <a:ext cx="1667226" cy="1711855"/>
          </a:xfrm>
          <a:custGeom>
            <a:avLst/>
            <a:gdLst>
              <a:gd name="connsiteX0" fmla="*/ 998834 w 1667226"/>
              <a:gd name="connsiteY0" fmla="*/ 0 h 1711855"/>
              <a:gd name="connsiteX1" fmla="*/ 1667226 w 1667226"/>
              <a:gd name="connsiteY1" fmla="*/ 373790 h 1711855"/>
              <a:gd name="connsiteX2" fmla="*/ 1667226 w 1667226"/>
              <a:gd name="connsiteY2" fmla="*/ 1711855 h 1711855"/>
              <a:gd name="connsiteX3" fmla="*/ 48502 w 1667226"/>
              <a:gd name="connsiteY3" fmla="*/ 1711855 h 1711855"/>
              <a:gd name="connsiteX4" fmla="*/ 0 w 1667226"/>
              <a:gd name="connsiteY4" fmla="*/ 1684915 h 1711855"/>
              <a:gd name="connsiteX5" fmla="*/ 0 w 1667226"/>
              <a:gd name="connsiteY5" fmla="*/ 564300 h 1711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67226" h="1711855">
                <a:moveTo>
                  <a:pt x="998834" y="0"/>
                </a:moveTo>
                <a:lnTo>
                  <a:pt x="1667226" y="373790"/>
                </a:lnTo>
                <a:lnTo>
                  <a:pt x="1667226" y="1711855"/>
                </a:lnTo>
                <a:lnTo>
                  <a:pt x="48502" y="1711855"/>
                </a:lnTo>
                <a:lnTo>
                  <a:pt x="0" y="1684915"/>
                </a:lnTo>
                <a:lnTo>
                  <a:pt x="0" y="564300"/>
                </a:ln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Shape 11">
            <a:extLst>
              <a:ext uri="{FF2B5EF4-FFF2-40B4-BE49-F238E27FC236}">
                <a16:creationId xmlns:a16="http://schemas.microsoft.com/office/drawing/2014/main" id="{A4CA3A93-BDBF-112D-54A0-05BF6B06BCC1}"/>
              </a:ext>
            </a:extLst>
          </p:cNvPr>
          <p:cNvSpPr/>
          <p:nvPr userDrawn="1"/>
        </p:nvSpPr>
        <p:spPr>
          <a:xfrm>
            <a:off x="10177285" y="5347130"/>
            <a:ext cx="748554" cy="85636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2" name="Footer Placeholder 1">
            <a:extLst>
              <a:ext uri="{FF2B5EF4-FFF2-40B4-BE49-F238E27FC236}">
                <a16:creationId xmlns:a16="http://schemas.microsoft.com/office/drawing/2014/main" id="{5F7A154B-D8F5-C1FB-307D-496380875BD1}"/>
              </a:ext>
            </a:extLst>
          </p:cNvPr>
          <p:cNvSpPr>
            <a:spLocks noGrp="1"/>
          </p:cNvSpPr>
          <p:nvPr>
            <p:ph type="ftr" sz="quarter" idx="28"/>
          </p:nvPr>
        </p:nvSpPr>
        <p:spPr/>
        <p:txBody>
          <a:bodyPr>
            <a:noAutofit/>
          </a:bodyPr>
          <a:lstStyle/>
          <a:p>
            <a:endParaRPr lang="en-US" noProof="0" dirty="0"/>
          </a:p>
        </p:txBody>
      </p:sp>
      <p:sp>
        <p:nvSpPr>
          <p:cNvPr id="5" name="Slide Number Placeholder 4">
            <a:extLst>
              <a:ext uri="{FF2B5EF4-FFF2-40B4-BE49-F238E27FC236}">
                <a16:creationId xmlns:a16="http://schemas.microsoft.com/office/drawing/2014/main" id="{D728715E-D2CE-A33E-1A28-4E627F239BBE}"/>
              </a:ext>
            </a:extLst>
          </p:cNvPr>
          <p:cNvSpPr>
            <a:spLocks noGrp="1"/>
          </p:cNvSpPr>
          <p:nvPr>
            <p:ph type="sldNum" sz="quarter" idx="29"/>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21212563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with image">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0C1D3CF-F6AF-93EB-C40E-C278E58442C0}"/>
              </a:ext>
            </a:extLst>
          </p:cNvPr>
          <p:cNvSpPr>
            <a:spLocks noGrp="1"/>
          </p:cNvSpPr>
          <p:nvPr>
            <p:ph type="title"/>
          </p:nvPr>
        </p:nvSpPr>
        <p:spPr>
          <a:xfrm>
            <a:off x="914400" y="731520"/>
            <a:ext cx="3931920" cy="2103120"/>
          </a:xfrm>
        </p:spPr>
        <p:txBody>
          <a:bodyPr anchor="b">
            <a:normAutofit/>
          </a:bodyPr>
          <a:lstStyle>
            <a:lvl1pPr>
              <a:defRPr sz="3600"/>
            </a:lvl1pPr>
          </a:lstStyle>
          <a:p>
            <a:r>
              <a:rPr lang="en-US"/>
              <a:t>Click to edit Master title style</a:t>
            </a:r>
            <a:endParaRPr lang="en-US" dirty="0"/>
          </a:p>
        </p:txBody>
      </p:sp>
      <p:sp>
        <p:nvSpPr>
          <p:cNvPr id="9" name="Content Placeholder 2">
            <a:extLst>
              <a:ext uri="{FF2B5EF4-FFF2-40B4-BE49-F238E27FC236}">
                <a16:creationId xmlns:a16="http://schemas.microsoft.com/office/drawing/2014/main" id="{2317990C-ED42-30BE-0501-F9C5B4A48B73}"/>
              </a:ext>
            </a:extLst>
          </p:cNvPr>
          <p:cNvSpPr>
            <a:spLocks noGrp="1"/>
          </p:cNvSpPr>
          <p:nvPr>
            <p:ph idx="1"/>
          </p:nvPr>
        </p:nvSpPr>
        <p:spPr>
          <a:xfrm>
            <a:off x="914400" y="3108960"/>
            <a:ext cx="3931920" cy="265176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Picture Placeholder 7">
            <a:extLst>
              <a:ext uri="{FF2B5EF4-FFF2-40B4-BE49-F238E27FC236}">
                <a16:creationId xmlns:a16="http://schemas.microsoft.com/office/drawing/2014/main" id="{4AC62875-1B1B-E814-6549-162A8DBF8929}"/>
              </a:ext>
            </a:extLst>
          </p:cNvPr>
          <p:cNvSpPr>
            <a:spLocks noGrp="1"/>
          </p:cNvSpPr>
          <p:nvPr>
            <p:ph type="pic" sz="quarter" idx="54"/>
          </p:nvPr>
        </p:nvSpPr>
        <p:spPr>
          <a:xfrm>
            <a:off x="5745002" y="0"/>
            <a:ext cx="6446999" cy="6858000"/>
          </a:xfrm>
          <a:custGeom>
            <a:avLst/>
            <a:gdLst>
              <a:gd name="connsiteX0" fmla="*/ 2513726 w 6446999"/>
              <a:gd name="connsiteY0" fmla="*/ 0 h 6858000"/>
              <a:gd name="connsiteX1" fmla="*/ 4301949 w 6446999"/>
              <a:gd name="connsiteY1" fmla="*/ 0 h 6858000"/>
              <a:gd name="connsiteX2" fmla="*/ 6446999 w 6446999"/>
              <a:gd name="connsiteY2" fmla="*/ 1338386 h 6858000"/>
              <a:gd name="connsiteX3" fmla="*/ 6446999 w 6446999"/>
              <a:gd name="connsiteY3" fmla="*/ 5624376 h 6858000"/>
              <a:gd name="connsiteX4" fmla="*/ 4342124 w 6446999"/>
              <a:gd name="connsiteY4" fmla="*/ 6858000 h 6858000"/>
              <a:gd name="connsiteX5" fmla="*/ 2553921 w 6446999"/>
              <a:gd name="connsiteY5" fmla="*/ 6858000 h 6858000"/>
              <a:gd name="connsiteX6" fmla="*/ 661 w 6446999"/>
              <a:gd name="connsiteY6" fmla="*/ 5339864 h 6858000"/>
              <a:gd name="connsiteX7" fmla="*/ 299 w 6446999"/>
              <a:gd name="connsiteY7" fmla="*/ 139604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46999" h="6858000">
                <a:moveTo>
                  <a:pt x="2513726" y="0"/>
                </a:moveTo>
                <a:lnTo>
                  <a:pt x="4301949" y="0"/>
                </a:lnTo>
                <a:lnTo>
                  <a:pt x="6446999" y="1338386"/>
                </a:lnTo>
                <a:lnTo>
                  <a:pt x="6446999" y="5624376"/>
                </a:lnTo>
                <a:lnTo>
                  <a:pt x="4342124" y="6858000"/>
                </a:lnTo>
                <a:lnTo>
                  <a:pt x="2553921" y="6858000"/>
                </a:lnTo>
                <a:lnTo>
                  <a:pt x="661" y="5339864"/>
                </a:lnTo>
                <a:cubicBezTo>
                  <a:pt x="-1473" y="4048155"/>
                  <a:pt x="2433" y="2687753"/>
                  <a:pt x="299" y="1396044"/>
                </a:cubicBezTo>
                <a:close/>
              </a:path>
            </a:pathLst>
          </a:custGeom>
        </p:spPr>
        <p:txBody>
          <a:bodyPr wrap="square" anchor="ctr">
            <a:noAutofit/>
          </a:bodyPr>
          <a:lstStyle>
            <a:lvl1pPr marL="0" indent="0">
              <a:buNone/>
              <a:defRPr sz="1600"/>
            </a:lvl1pPr>
          </a:lstStyle>
          <a:p>
            <a:r>
              <a:rPr lang="en-US"/>
              <a:t>Click icon to add picture</a:t>
            </a:r>
            <a:endParaRPr lang="en-US" dirty="0"/>
          </a:p>
        </p:txBody>
      </p:sp>
      <p:sp>
        <p:nvSpPr>
          <p:cNvPr id="5" name="Footer Placeholder 4">
            <a:extLst>
              <a:ext uri="{FF2B5EF4-FFF2-40B4-BE49-F238E27FC236}">
                <a16:creationId xmlns:a16="http://schemas.microsoft.com/office/drawing/2014/main" id="{41F6C45B-70BB-86F1-1866-F93BEC26ACF8}"/>
              </a:ext>
            </a:extLst>
          </p:cNvPr>
          <p:cNvSpPr>
            <a:spLocks noGrp="1"/>
          </p:cNvSpPr>
          <p:nvPr>
            <p:ph type="ftr" sz="quarter" idx="52"/>
          </p:nvPr>
        </p:nvSpPr>
        <p:spPr/>
        <p:txBody>
          <a:bodyPr>
            <a:noAutofit/>
          </a:bodyPr>
          <a:lstStyle/>
          <a:p>
            <a:endParaRPr lang="en-US" noProof="0" dirty="0"/>
          </a:p>
        </p:txBody>
      </p:sp>
      <p:sp>
        <p:nvSpPr>
          <p:cNvPr id="7" name="Slide Number Placeholder 6">
            <a:extLst>
              <a:ext uri="{FF2B5EF4-FFF2-40B4-BE49-F238E27FC236}">
                <a16:creationId xmlns:a16="http://schemas.microsoft.com/office/drawing/2014/main" id="{0870044D-485D-043B-9D5B-C01AA8E06447}"/>
              </a:ext>
            </a:extLst>
          </p:cNvPr>
          <p:cNvSpPr>
            <a:spLocks noGrp="1"/>
          </p:cNvSpPr>
          <p:nvPr>
            <p:ph type="sldNum" sz="quarter" idx="53"/>
          </p:nvPr>
        </p:nvSpPr>
        <p:spPr/>
        <p:txBody>
          <a:bodyPr>
            <a:noAutofit/>
          </a:bodyPr>
          <a:lstStyle/>
          <a:p>
            <a:fld id="{47FEACEE-25B4-4A2D-B147-27296E36371D}" type="slidenum">
              <a:rPr lang="en-US" altLang="zh-CN" noProof="0" smtClean="0"/>
              <a:pPr/>
              <a:t>‹#›</a:t>
            </a:fld>
            <a:endParaRPr lang="en-US" altLang="zh-CN" noProof="0" dirty="0"/>
          </a:p>
        </p:txBody>
      </p:sp>
      <p:sp>
        <p:nvSpPr>
          <p:cNvPr id="2" name="Freeform: Shape 1">
            <a:extLst>
              <a:ext uri="{FF2B5EF4-FFF2-40B4-BE49-F238E27FC236}">
                <a16:creationId xmlns:a16="http://schemas.microsoft.com/office/drawing/2014/main" id="{D91FB993-29E1-3DBD-8335-7970016F8DE7}"/>
              </a:ext>
              <a:ext uri="{C183D7F6-B498-43B3-948B-1728B52AA6E4}">
                <adec:decorative xmlns:adec="http://schemas.microsoft.com/office/drawing/2017/decorative" val="1"/>
              </a:ext>
            </a:extLst>
          </p:cNvPr>
          <p:cNvSpPr/>
          <p:nvPr userDrawn="1"/>
        </p:nvSpPr>
        <p:spPr>
          <a:xfrm>
            <a:off x="5203802" y="480395"/>
            <a:ext cx="1896941" cy="217161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noFill/>
          <a:ln w="19050" cap="flat" cmpd="sng" algn="ctr">
            <a:solidFill>
              <a:srgbClr val="C95B3A"/>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dirty="0">
              <a:ln>
                <a:noFill/>
              </a:ln>
              <a:solidFill>
                <a:srgbClr val="F7D952"/>
              </a:solidFill>
              <a:effectLst/>
              <a:uLnTx/>
              <a:uFillTx/>
              <a:latin typeface="Posterama Text SemiBold"/>
              <a:ea typeface="+mn-ea"/>
              <a:cs typeface="+mn-cs"/>
            </a:endParaRPr>
          </a:p>
        </p:txBody>
      </p:sp>
    </p:spTree>
    <p:extLst>
      <p:ext uri="{BB962C8B-B14F-4D97-AF65-F5344CB8AC3E}">
        <p14:creationId xmlns:p14="http://schemas.microsoft.com/office/powerpoint/2010/main" val="41612598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02">
    <p:spTree>
      <p:nvGrpSpPr>
        <p:cNvPr id="1" name=""/>
        <p:cNvGrpSpPr/>
        <p:nvPr/>
      </p:nvGrpSpPr>
      <p:grpSpPr>
        <a:xfrm>
          <a:off x="0" y="0"/>
          <a:ext cx="0" cy="0"/>
          <a:chOff x="0" y="0"/>
          <a:chExt cx="0" cy="0"/>
        </a:xfrm>
      </p:grpSpPr>
      <p:sp>
        <p:nvSpPr>
          <p:cNvPr id="4" name="Rectangle 13">
            <a:extLst>
              <a:ext uri="{FF2B5EF4-FFF2-40B4-BE49-F238E27FC236}">
                <a16:creationId xmlns:a16="http://schemas.microsoft.com/office/drawing/2014/main" id="{12BFFCE7-C68B-4904-8795-9589C3F38FD4}"/>
              </a:ext>
            </a:extLst>
          </p:cNvPr>
          <p:cNvSpPr/>
          <p:nvPr userDrawn="1"/>
        </p:nvSpPr>
        <p:spPr>
          <a:xfrm>
            <a:off x="636161" y="5854024"/>
            <a:ext cx="2330137" cy="708120"/>
          </a:xfrm>
          <a:prstGeom prst="rect">
            <a:avLst/>
          </a:prstGeom>
          <a:solidFill>
            <a:srgbClr val="0F26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2" name="Freeform: Shape 19">
            <a:extLst>
              <a:ext uri="{FF2B5EF4-FFF2-40B4-BE49-F238E27FC236}">
                <a16:creationId xmlns:a16="http://schemas.microsoft.com/office/drawing/2014/main" id="{9D307BA6-8A60-85D7-CC8B-894256DC4B90}"/>
              </a:ext>
            </a:extLst>
          </p:cNvPr>
          <p:cNvSpPr/>
          <p:nvPr userDrawn="1"/>
        </p:nvSpPr>
        <p:spPr>
          <a:xfrm>
            <a:off x="8517470" y="2248218"/>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7" name="Freeform: Shape 19">
            <a:extLst>
              <a:ext uri="{FF2B5EF4-FFF2-40B4-BE49-F238E27FC236}">
                <a16:creationId xmlns:a16="http://schemas.microsoft.com/office/drawing/2014/main" id="{F38B75F8-75D4-4B41-B7C7-433032DD0A6F}"/>
              </a:ext>
            </a:extLst>
          </p:cNvPr>
          <p:cNvSpPr/>
          <p:nvPr userDrawn="1"/>
        </p:nvSpPr>
        <p:spPr>
          <a:xfrm>
            <a:off x="9578882" y="460803"/>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8" name="Freeform: Shape 24">
            <a:extLst>
              <a:ext uri="{FF2B5EF4-FFF2-40B4-BE49-F238E27FC236}">
                <a16:creationId xmlns:a16="http://schemas.microsoft.com/office/drawing/2014/main" id="{671D1224-EDDC-4900-92DC-13608D44C524}"/>
              </a:ext>
            </a:extLst>
          </p:cNvPr>
          <p:cNvSpPr/>
          <p:nvPr userDrawn="1"/>
        </p:nvSpPr>
        <p:spPr>
          <a:xfrm>
            <a:off x="9522496" y="4057904"/>
            <a:ext cx="1886359"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15" name="Freeform 14">
            <a:extLst>
              <a:ext uri="{FF2B5EF4-FFF2-40B4-BE49-F238E27FC236}">
                <a16:creationId xmlns:a16="http://schemas.microsoft.com/office/drawing/2014/main" id="{635A9E44-4E60-1AD1-0B85-72422683B48A}"/>
              </a:ext>
            </a:extLst>
          </p:cNvPr>
          <p:cNvSpPr/>
          <p:nvPr userDrawn="1"/>
        </p:nvSpPr>
        <p:spPr>
          <a:xfrm>
            <a:off x="11034052" y="3709992"/>
            <a:ext cx="1173188" cy="1502830"/>
          </a:xfrm>
          <a:custGeom>
            <a:avLst/>
            <a:gdLst>
              <a:gd name="connsiteX0" fmla="*/ 638572 w 1157948"/>
              <a:gd name="connsiteY0" fmla="*/ 0 h 1502830"/>
              <a:gd name="connsiteX1" fmla="*/ 0 w 1157948"/>
              <a:gd name="connsiteY1" fmla="*/ 378385 h 1502830"/>
              <a:gd name="connsiteX2" fmla="*/ 0 w 1157948"/>
              <a:gd name="connsiteY2" fmla="*/ 1129800 h 1502830"/>
              <a:gd name="connsiteX3" fmla="*/ 640317 w 1157948"/>
              <a:gd name="connsiteY3" fmla="*/ 1502830 h 1502830"/>
              <a:gd name="connsiteX4" fmla="*/ 1157948 w 1157948"/>
              <a:gd name="connsiteY4" fmla="*/ 1200968 h 1502830"/>
              <a:gd name="connsiteX5" fmla="*/ 1157948 w 1157948"/>
              <a:gd name="connsiteY5" fmla="*/ 304639 h 1502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7948" h="1502830">
                <a:moveTo>
                  <a:pt x="638572" y="0"/>
                </a:moveTo>
                <a:lnTo>
                  <a:pt x="0" y="378385"/>
                </a:lnTo>
                <a:lnTo>
                  <a:pt x="0" y="1129800"/>
                </a:lnTo>
                <a:lnTo>
                  <a:pt x="640317" y="1502830"/>
                </a:lnTo>
                <a:lnTo>
                  <a:pt x="1157948" y="1200968"/>
                </a:lnTo>
                <a:lnTo>
                  <a:pt x="1157948" y="304639"/>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7" name="Title 1">
            <a:extLst>
              <a:ext uri="{FF2B5EF4-FFF2-40B4-BE49-F238E27FC236}">
                <a16:creationId xmlns:a16="http://schemas.microsoft.com/office/drawing/2014/main" id="{D041C638-CBB8-1159-9AF8-B5D14CC7BE0F}"/>
              </a:ext>
            </a:extLst>
          </p:cNvPr>
          <p:cNvSpPr>
            <a:spLocks noGrp="1"/>
          </p:cNvSpPr>
          <p:nvPr>
            <p:ph type="title"/>
          </p:nvPr>
        </p:nvSpPr>
        <p:spPr>
          <a:xfrm>
            <a:off x="914400" y="1060704"/>
            <a:ext cx="7132320" cy="1773936"/>
          </a:xfrm>
        </p:spPr>
        <p:txBody>
          <a:bodyPr anchor="b">
            <a:normAutofit/>
          </a:bodyPr>
          <a:lstStyle>
            <a:lvl1pPr>
              <a:defRPr sz="3600"/>
            </a:lvl1pPr>
          </a:lstStyle>
          <a:p>
            <a:r>
              <a:rPr lang="en-US" noProof="0"/>
              <a:t>Click to edit Master title style</a:t>
            </a:r>
            <a:endParaRPr lang="en-US" noProof="0" dirty="0"/>
          </a:p>
        </p:txBody>
      </p:sp>
      <p:sp>
        <p:nvSpPr>
          <p:cNvPr id="3" name="Content Placeholder 2">
            <a:extLst>
              <a:ext uri="{FF2B5EF4-FFF2-40B4-BE49-F238E27FC236}">
                <a16:creationId xmlns:a16="http://schemas.microsoft.com/office/drawing/2014/main" id="{E3E34C76-4814-6AFA-CEFD-F82B9ED9BB1D}"/>
              </a:ext>
            </a:extLst>
          </p:cNvPr>
          <p:cNvSpPr>
            <a:spLocks noGrp="1"/>
          </p:cNvSpPr>
          <p:nvPr>
            <p:ph idx="1"/>
          </p:nvPr>
        </p:nvSpPr>
        <p:spPr>
          <a:xfrm>
            <a:off x="914400" y="3108960"/>
            <a:ext cx="3291840" cy="2651760"/>
          </a:xfrm>
        </p:spPr>
        <p:txBody>
          <a:bodyPr/>
          <a:lstStyle>
            <a:lvl1pPr marL="0" indent="0">
              <a:buNone/>
              <a:defRPr sz="1800"/>
            </a:lvl1pPr>
            <a:lvl2pPr marL="347472">
              <a:defRPr sz="1800"/>
            </a:lvl2pPr>
            <a:lvl3pPr marL="731520">
              <a:defRPr sz="1800"/>
            </a:lvl3pPr>
            <a:lvl4pPr marL="1097280">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Content Placeholder 2">
            <a:extLst>
              <a:ext uri="{FF2B5EF4-FFF2-40B4-BE49-F238E27FC236}">
                <a16:creationId xmlns:a16="http://schemas.microsoft.com/office/drawing/2014/main" id="{D42F254A-B4C7-D072-FEB9-22F9A2B0CA64}"/>
              </a:ext>
            </a:extLst>
          </p:cNvPr>
          <p:cNvSpPr>
            <a:spLocks noGrp="1"/>
          </p:cNvSpPr>
          <p:nvPr>
            <p:ph idx="56"/>
          </p:nvPr>
        </p:nvSpPr>
        <p:spPr>
          <a:xfrm>
            <a:off x="4754880" y="3108960"/>
            <a:ext cx="3291840" cy="2651760"/>
          </a:xfrm>
        </p:spPr>
        <p:txBody>
          <a:bodyPr/>
          <a:lstStyle>
            <a:lvl1pPr marL="0" indent="0">
              <a:buNone/>
              <a:defRPr sz="1800"/>
            </a:lvl1pPr>
            <a:lvl2pPr marL="347472">
              <a:defRPr sz="1800"/>
            </a:lvl2pPr>
            <a:lvl3pPr marL="731520">
              <a:defRPr sz="1800"/>
            </a:lvl3pPr>
            <a:lvl4pPr marL="1097280">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Footer Placeholder 8">
            <a:extLst>
              <a:ext uri="{FF2B5EF4-FFF2-40B4-BE49-F238E27FC236}">
                <a16:creationId xmlns:a16="http://schemas.microsoft.com/office/drawing/2014/main" id="{85DBF4DF-D0B4-1DA6-0271-5D4033A9C19C}"/>
              </a:ext>
            </a:extLst>
          </p:cNvPr>
          <p:cNvSpPr>
            <a:spLocks noGrp="1"/>
          </p:cNvSpPr>
          <p:nvPr>
            <p:ph type="ftr" sz="quarter" idx="57"/>
          </p:nvPr>
        </p:nvSpPr>
        <p:spPr/>
        <p:txBody>
          <a:bodyPr/>
          <a:lstStyle/>
          <a:p>
            <a:endParaRPr lang="en-US" noProof="0" dirty="0"/>
          </a:p>
        </p:txBody>
      </p:sp>
      <p:sp>
        <p:nvSpPr>
          <p:cNvPr id="6" name="Slide Number Placeholder 5">
            <a:extLst>
              <a:ext uri="{FF2B5EF4-FFF2-40B4-BE49-F238E27FC236}">
                <a16:creationId xmlns:a16="http://schemas.microsoft.com/office/drawing/2014/main" id="{F507335A-F59E-2A6C-D2D6-F10391DA8D69}"/>
              </a:ext>
            </a:extLst>
          </p:cNvPr>
          <p:cNvSpPr>
            <a:spLocks noGrp="1"/>
          </p:cNvSpPr>
          <p:nvPr>
            <p:ph type="sldNum" sz="quarter" idx="55"/>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36136463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8" name="Title Placeholder 4">
            <a:extLst>
              <a:ext uri="{FF2B5EF4-FFF2-40B4-BE49-F238E27FC236}">
                <a16:creationId xmlns:a16="http://schemas.microsoft.com/office/drawing/2014/main" id="{F73BF8E3-2426-5D65-6582-D4B03C765A5D}"/>
              </a:ext>
            </a:extLst>
          </p:cNvPr>
          <p:cNvSpPr>
            <a:spLocks noGrp="1"/>
          </p:cNvSpPr>
          <p:nvPr>
            <p:ph type="title"/>
          </p:nvPr>
        </p:nvSpPr>
        <p:spPr>
          <a:xfrm>
            <a:off x="6710510" y="2016579"/>
            <a:ext cx="4441188" cy="277585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2" name="Content placeholder 47">
            <a:extLst>
              <a:ext uri="{FF2B5EF4-FFF2-40B4-BE49-F238E27FC236}">
                <a16:creationId xmlns:a16="http://schemas.microsoft.com/office/drawing/2014/main" id="{117BCD91-6BBA-AACD-3424-C3A4E5C1AB1D}"/>
              </a:ext>
            </a:extLst>
          </p:cNvPr>
          <p:cNvSpPr>
            <a:spLocks noGrp="1" noChangeAspect="1"/>
          </p:cNvSpPr>
          <p:nvPr>
            <p:ph type="pic" sz="quarter" idx="48"/>
          </p:nvPr>
        </p:nvSpPr>
        <p:spPr>
          <a:xfrm>
            <a:off x="914400" y="539496"/>
            <a:ext cx="5025207" cy="5779008"/>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a:t>Click icon to add picture</a:t>
            </a:r>
            <a:endParaRPr lang="en-US" altLang="zh-CN" noProof="0" dirty="0"/>
          </a:p>
        </p:txBody>
      </p:sp>
      <p:pic>
        <p:nvPicPr>
          <p:cNvPr id="7" name="Shape 33">
            <a:extLst>
              <a:ext uri="{FF2B5EF4-FFF2-40B4-BE49-F238E27FC236}">
                <a16:creationId xmlns:a16="http://schemas.microsoft.com/office/drawing/2014/main" id="{78B6A20E-2402-E586-7E92-A2C0D0B854D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a:xfrm>
            <a:off x="352010" y="4038403"/>
            <a:ext cx="1438713" cy="1645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3" name="Freeform: Shape 11">
            <a:extLst>
              <a:ext uri="{FF2B5EF4-FFF2-40B4-BE49-F238E27FC236}">
                <a16:creationId xmlns:a16="http://schemas.microsoft.com/office/drawing/2014/main" id="{20E24AA2-A4D8-FFB3-C801-0E57990B8CB6}"/>
              </a:ext>
            </a:extLst>
          </p:cNvPr>
          <p:cNvSpPr/>
          <p:nvPr userDrawn="1"/>
        </p:nvSpPr>
        <p:spPr>
          <a:xfrm>
            <a:off x="1360235" y="5541405"/>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1">
              <a:lumMod val="60000"/>
              <a:lumOff val="4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9" name="Freeform: Shape 5">
            <a:extLst>
              <a:ext uri="{FF2B5EF4-FFF2-40B4-BE49-F238E27FC236}">
                <a16:creationId xmlns:a16="http://schemas.microsoft.com/office/drawing/2014/main" id="{1FEC53F3-5030-5BCF-54CA-ABB14457C073}"/>
              </a:ext>
            </a:extLst>
          </p:cNvPr>
          <p:cNvSpPr/>
          <p:nvPr userDrawn="1"/>
        </p:nvSpPr>
        <p:spPr>
          <a:xfrm>
            <a:off x="5429027" y="393334"/>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Tree>
    <p:extLst>
      <p:ext uri="{BB962C8B-B14F-4D97-AF65-F5344CB8AC3E}">
        <p14:creationId xmlns:p14="http://schemas.microsoft.com/office/powerpoint/2010/main" val="34077113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86721E85-C7DE-A05F-D33D-97CAF161E33A}"/>
              </a:ext>
            </a:extLst>
          </p:cNvPr>
          <p:cNvSpPr/>
          <p:nvPr userDrawn="1"/>
        </p:nvSpPr>
        <p:spPr>
          <a:xfrm>
            <a:off x="0" y="2860787"/>
            <a:ext cx="2004570" cy="3676532"/>
          </a:xfrm>
          <a:custGeom>
            <a:avLst/>
            <a:gdLst>
              <a:gd name="connsiteX0" fmla="*/ 417538 w 2004570"/>
              <a:gd name="connsiteY0" fmla="*/ 0 h 3676532"/>
              <a:gd name="connsiteX1" fmla="*/ 2004570 w 2004570"/>
              <a:gd name="connsiteY1" fmla="*/ 925683 h 3676532"/>
              <a:gd name="connsiteX2" fmla="*/ 2004570 w 2004570"/>
              <a:gd name="connsiteY2" fmla="*/ 2763949 h 3676532"/>
              <a:gd name="connsiteX3" fmla="*/ 413202 w 2004570"/>
              <a:gd name="connsiteY3" fmla="*/ 3676532 h 3676532"/>
              <a:gd name="connsiteX4" fmla="*/ 0 w 2004570"/>
              <a:gd name="connsiteY4" fmla="*/ 3439338 h 3676532"/>
              <a:gd name="connsiteX5" fmla="*/ 0 w 2004570"/>
              <a:gd name="connsiteY5" fmla="*/ 241075 h 367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04570" h="3676532">
                <a:moveTo>
                  <a:pt x="417538" y="0"/>
                </a:moveTo>
                <a:lnTo>
                  <a:pt x="2004570" y="925683"/>
                </a:lnTo>
                <a:lnTo>
                  <a:pt x="2004570" y="2763949"/>
                </a:lnTo>
                <a:lnTo>
                  <a:pt x="413202" y="3676532"/>
                </a:lnTo>
                <a:lnTo>
                  <a:pt x="0" y="3439338"/>
                </a:lnTo>
                <a:lnTo>
                  <a:pt x="0" y="241075"/>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2BA5A58B-9440-7DAB-E7D7-3143B049FBAC}"/>
              </a:ext>
            </a:extLst>
          </p:cNvPr>
          <p:cNvSpPr/>
          <p:nvPr userDrawn="1"/>
        </p:nvSpPr>
        <p:spPr>
          <a:xfrm flipH="1">
            <a:off x="657773" y="5253270"/>
            <a:ext cx="1710765" cy="1621875"/>
          </a:xfrm>
          <a:custGeom>
            <a:avLst/>
            <a:gdLst>
              <a:gd name="connsiteX0" fmla="*/ 852873 w 1710765"/>
              <a:gd name="connsiteY0" fmla="*/ 0 h 1593273"/>
              <a:gd name="connsiteX1" fmla="*/ 0 w 1710765"/>
              <a:gd name="connsiteY1" fmla="*/ 494134 h 1593273"/>
              <a:gd name="connsiteX2" fmla="*/ 0 w 1710765"/>
              <a:gd name="connsiteY2" fmla="*/ 1475410 h 1593273"/>
              <a:gd name="connsiteX3" fmla="*/ 206916 w 1710765"/>
              <a:gd name="connsiteY3" fmla="*/ 1593273 h 1593273"/>
              <a:gd name="connsiteX4" fmla="*/ 1502835 w 1710765"/>
              <a:gd name="connsiteY4" fmla="*/ 1593273 h 1593273"/>
              <a:gd name="connsiteX5" fmla="*/ 1709418 w 1710765"/>
              <a:gd name="connsiteY5" fmla="*/ 1475480 h 1593273"/>
              <a:gd name="connsiteX6" fmla="*/ 1710407 w 1710765"/>
              <a:gd name="connsiteY6" fmla="*/ 491803 h 1593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10765" h="1593273">
                <a:moveTo>
                  <a:pt x="852873" y="0"/>
                </a:moveTo>
                <a:lnTo>
                  <a:pt x="0" y="494134"/>
                </a:lnTo>
                <a:lnTo>
                  <a:pt x="0" y="1475410"/>
                </a:lnTo>
                <a:lnTo>
                  <a:pt x="206916" y="1593273"/>
                </a:lnTo>
                <a:lnTo>
                  <a:pt x="1502835" y="1593273"/>
                </a:lnTo>
                <a:lnTo>
                  <a:pt x="1709418" y="1475480"/>
                </a:lnTo>
                <a:cubicBezTo>
                  <a:pt x="1707864" y="1146834"/>
                  <a:pt x="1711961" y="820449"/>
                  <a:pt x="1710407" y="491803"/>
                </a:cubicBez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7" name="Freeform: Shape 24">
            <a:extLst>
              <a:ext uri="{FF2B5EF4-FFF2-40B4-BE49-F238E27FC236}">
                <a16:creationId xmlns:a16="http://schemas.microsoft.com/office/drawing/2014/main" id="{A23F9759-CF52-CE45-5E22-9678534685A7}"/>
              </a:ext>
            </a:extLst>
          </p:cNvPr>
          <p:cNvSpPr/>
          <p:nvPr userDrawn="1"/>
        </p:nvSpPr>
        <p:spPr>
          <a:xfrm flipH="1">
            <a:off x="2275432" y="4699053"/>
            <a:ext cx="668814" cy="784693"/>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6" name="Title 5">
            <a:extLst>
              <a:ext uri="{FF2B5EF4-FFF2-40B4-BE49-F238E27FC236}">
                <a16:creationId xmlns:a16="http://schemas.microsoft.com/office/drawing/2014/main" id="{5D84FCC1-368D-680C-31AA-597C3AAF4232}"/>
              </a:ext>
            </a:extLst>
          </p:cNvPr>
          <p:cNvSpPr>
            <a:spLocks noGrp="1"/>
          </p:cNvSpPr>
          <p:nvPr>
            <p:ph type="title"/>
          </p:nvPr>
        </p:nvSpPr>
        <p:spPr>
          <a:xfrm>
            <a:off x="3465576" y="1499616"/>
            <a:ext cx="7955280" cy="1335024"/>
          </a:xfrm>
        </p:spPr>
        <p:txBody>
          <a:bodyPr anchor="b">
            <a:normAutofit/>
          </a:bodyPr>
          <a:lstStyle>
            <a:lvl1pPr>
              <a:defRPr sz="3600"/>
            </a:lvl1pPr>
          </a:lstStyle>
          <a:p>
            <a:r>
              <a:rPr lang="en-US"/>
              <a:t>Click to edit Master title style</a:t>
            </a:r>
            <a:endParaRPr lang="en-US" dirty="0"/>
          </a:p>
        </p:txBody>
      </p:sp>
      <p:sp>
        <p:nvSpPr>
          <p:cNvPr id="4" name="Content Placeholder 2">
            <a:extLst>
              <a:ext uri="{FF2B5EF4-FFF2-40B4-BE49-F238E27FC236}">
                <a16:creationId xmlns:a16="http://schemas.microsoft.com/office/drawing/2014/main" id="{6FFF81D2-C0B4-3B82-8DF6-D10CC07C441C}"/>
              </a:ext>
            </a:extLst>
          </p:cNvPr>
          <p:cNvSpPr>
            <a:spLocks noGrp="1"/>
          </p:cNvSpPr>
          <p:nvPr>
            <p:ph idx="14"/>
          </p:nvPr>
        </p:nvSpPr>
        <p:spPr>
          <a:xfrm>
            <a:off x="3465576" y="3108960"/>
            <a:ext cx="4572000" cy="3108960"/>
          </a:xfrm>
        </p:spPr>
        <p:txBody>
          <a:bodyPr/>
          <a:lstStyle>
            <a:lvl1pPr marL="512064" indent="-512064">
              <a:buFont typeface="+mj-lt"/>
              <a:buAutoNum type="arabicPeriod"/>
              <a:defRPr sz="1800"/>
            </a:lvl1pPr>
            <a:lvl2pPr marL="1097280" indent="-512064">
              <a:buFont typeface="+mj-lt"/>
              <a:buAutoNum type="alphaLcPeriod"/>
              <a:defRPr sz="1800"/>
            </a:lvl2pPr>
            <a:lvl3pPr marL="1645920" indent="-512064">
              <a:buFont typeface="+mj-lt"/>
              <a:buAutoNum type="romanLcPeriod"/>
              <a:defRPr sz="1800"/>
            </a:lvl3pPr>
            <a:lvl4pPr marL="2194560" indent="-512064">
              <a:buFont typeface="+mj-lt"/>
              <a:buAutoNum type="arabicParen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Content Placeholder 2">
            <a:extLst>
              <a:ext uri="{FF2B5EF4-FFF2-40B4-BE49-F238E27FC236}">
                <a16:creationId xmlns:a16="http://schemas.microsoft.com/office/drawing/2014/main" id="{F190F721-56C7-251D-948D-117696095C32}"/>
              </a:ext>
            </a:extLst>
          </p:cNvPr>
          <p:cNvSpPr>
            <a:spLocks noGrp="1"/>
          </p:cNvSpPr>
          <p:nvPr>
            <p:ph idx="1"/>
          </p:nvPr>
        </p:nvSpPr>
        <p:spPr>
          <a:xfrm>
            <a:off x="8229600" y="3108960"/>
            <a:ext cx="3017520" cy="3108960"/>
          </a:xfrm>
        </p:spPr>
        <p:txBody>
          <a:bodyPr/>
          <a:lstStyle>
            <a:lvl1pPr marL="0" indent="0">
              <a:lnSpc>
                <a:spcPct val="100000"/>
              </a:lnSpc>
              <a:spcBef>
                <a:spcPts val="0"/>
              </a:spcBef>
              <a:spcAft>
                <a:spcPts val="600"/>
              </a:spcAft>
              <a:buNone/>
              <a:defRPr sz="1800"/>
            </a:lvl1pPr>
            <a:lvl2pPr>
              <a:lnSpc>
                <a:spcPct val="100000"/>
              </a:lnSpc>
              <a:spcBef>
                <a:spcPts val="0"/>
              </a:spcBef>
              <a:spcAft>
                <a:spcPts val="600"/>
              </a:spcAft>
              <a:defRPr sz="1800"/>
            </a:lvl2pPr>
            <a:lvl3pPr>
              <a:lnSpc>
                <a:spcPct val="100000"/>
              </a:lnSpc>
              <a:spcBef>
                <a:spcPts val="0"/>
              </a:spcBef>
              <a:spcAft>
                <a:spcPts val="600"/>
              </a:spcAft>
              <a:defRPr sz="1800"/>
            </a:lvl3pPr>
            <a:lvl4pPr>
              <a:lnSpc>
                <a:spcPct val="100000"/>
              </a:lnSpc>
              <a:spcBef>
                <a:spcPts val="0"/>
              </a:spcBef>
              <a:spcAft>
                <a:spcPts val="600"/>
              </a:spcAft>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Footer Placeholder 7">
            <a:extLst>
              <a:ext uri="{FF2B5EF4-FFF2-40B4-BE49-F238E27FC236}">
                <a16:creationId xmlns:a16="http://schemas.microsoft.com/office/drawing/2014/main" id="{6C94E8A0-C02C-2322-50C1-50080A793F84}"/>
              </a:ext>
            </a:extLst>
          </p:cNvPr>
          <p:cNvSpPr>
            <a:spLocks noGrp="1"/>
          </p:cNvSpPr>
          <p:nvPr>
            <p:ph type="ftr" sz="quarter" idx="41"/>
          </p:nvPr>
        </p:nvSpPr>
        <p:spPr>
          <a:xfrm>
            <a:off x="3465576" y="6217920"/>
            <a:ext cx="4114800" cy="365125"/>
          </a:xfrm>
        </p:spPr>
        <p:txBody>
          <a:bodyPr/>
          <a:lstStyle/>
          <a:p>
            <a:endParaRPr lang="en-US" noProof="0" dirty="0"/>
          </a:p>
        </p:txBody>
      </p:sp>
      <p:sp>
        <p:nvSpPr>
          <p:cNvPr id="5" name="Slide Number Placeholder 4">
            <a:extLst>
              <a:ext uri="{FF2B5EF4-FFF2-40B4-BE49-F238E27FC236}">
                <a16:creationId xmlns:a16="http://schemas.microsoft.com/office/drawing/2014/main" id="{2446A453-65E1-B688-A3F9-EA0AA347DDEA}"/>
              </a:ext>
            </a:extLst>
          </p:cNvPr>
          <p:cNvSpPr>
            <a:spLocks noGrp="1"/>
          </p:cNvSpPr>
          <p:nvPr>
            <p:ph type="sldNum" sz="quarter" idx="40"/>
          </p:nvPr>
        </p:nvSpPr>
        <p:spPr/>
        <p:txBody>
          <a:bodyPr>
            <a:noAutofit/>
          </a:bodyPr>
          <a:lstStyle/>
          <a:p>
            <a:fld id="{47FEACEE-25B4-4A2D-B147-27296E36371D}" type="slidenum">
              <a:rPr lang="en-US" altLang="zh-CN" noProof="0" smtClean="0"/>
              <a:pPr/>
              <a:t>‹#›</a:t>
            </a:fld>
            <a:endParaRPr lang="en-US" altLang="zh-CN" noProof="0" dirty="0"/>
          </a:p>
        </p:txBody>
      </p:sp>
      <p:sp>
        <p:nvSpPr>
          <p:cNvPr id="2" name="Freeform: Shape 12">
            <a:extLst>
              <a:ext uri="{FF2B5EF4-FFF2-40B4-BE49-F238E27FC236}">
                <a16:creationId xmlns:a16="http://schemas.microsoft.com/office/drawing/2014/main" id="{0750FD92-E143-4402-D455-30DC417CBDBE}"/>
              </a:ext>
            </a:extLst>
          </p:cNvPr>
          <p:cNvSpPr/>
          <p:nvPr userDrawn="1"/>
        </p:nvSpPr>
        <p:spPr>
          <a:xfrm>
            <a:off x="1198465" y="958947"/>
            <a:ext cx="1544735" cy="174369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29" name="Freeform 28">
            <a:extLst>
              <a:ext uri="{FF2B5EF4-FFF2-40B4-BE49-F238E27FC236}">
                <a16:creationId xmlns:a16="http://schemas.microsoft.com/office/drawing/2014/main" id="{6B13E9E2-D67B-E75B-D60D-CE3782A4FC67}"/>
              </a:ext>
            </a:extLst>
          </p:cNvPr>
          <p:cNvSpPr/>
          <p:nvPr userDrawn="1"/>
        </p:nvSpPr>
        <p:spPr>
          <a:xfrm>
            <a:off x="326738" y="0"/>
            <a:ext cx="1544359" cy="1254845"/>
          </a:xfrm>
          <a:custGeom>
            <a:avLst/>
            <a:gdLst>
              <a:gd name="connsiteX0" fmla="*/ 0 w 1544359"/>
              <a:gd name="connsiteY0" fmla="*/ 0 h 1254845"/>
              <a:gd name="connsiteX1" fmla="*/ 1544359 w 1544359"/>
              <a:gd name="connsiteY1" fmla="*/ 0 h 1254845"/>
              <a:gd name="connsiteX2" fmla="*/ 1543519 w 1544359"/>
              <a:gd name="connsiteY2" fmla="*/ 822090 h 1254845"/>
              <a:gd name="connsiteX3" fmla="*/ 772206 w 1544359"/>
              <a:gd name="connsiteY3" fmla="*/ 1254845 h 1254845"/>
              <a:gd name="connsiteX4" fmla="*/ 0 w 1544359"/>
              <a:gd name="connsiteY4" fmla="*/ 822027 h 1254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4359" h="1254845">
                <a:moveTo>
                  <a:pt x="0" y="0"/>
                </a:moveTo>
                <a:lnTo>
                  <a:pt x="1544359" y="0"/>
                </a:lnTo>
                <a:lnTo>
                  <a:pt x="1543519" y="822090"/>
                </a:lnTo>
                <a:lnTo>
                  <a:pt x="772206" y="1254845"/>
                </a:lnTo>
                <a:lnTo>
                  <a:pt x="0" y="822027"/>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26621137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04">
    <p:spTree>
      <p:nvGrpSpPr>
        <p:cNvPr id="1" name=""/>
        <p:cNvGrpSpPr/>
        <p:nvPr/>
      </p:nvGrpSpPr>
      <p:grpSpPr>
        <a:xfrm>
          <a:off x="0" y="0"/>
          <a:ext cx="0" cy="0"/>
          <a:chOff x="0" y="0"/>
          <a:chExt cx="0" cy="0"/>
        </a:xfrm>
      </p:grpSpPr>
      <p:sp>
        <p:nvSpPr>
          <p:cNvPr id="47" name="Freeform 46">
            <a:extLst>
              <a:ext uri="{FF2B5EF4-FFF2-40B4-BE49-F238E27FC236}">
                <a16:creationId xmlns:a16="http://schemas.microsoft.com/office/drawing/2014/main" id="{39B50CEE-D9F9-B5CD-C274-BEAA5EAB37E3}"/>
              </a:ext>
            </a:extLst>
          </p:cNvPr>
          <p:cNvSpPr/>
          <p:nvPr userDrawn="1"/>
        </p:nvSpPr>
        <p:spPr>
          <a:xfrm>
            <a:off x="410352" y="12435"/>
            <a:ext cx="1455521" cy="1019127"/>
          </a:xfrm>
          <a:custGeom>
            <a:avLst/>
            <a:gdLst>
              <a:gd name="connsiteX0" fmla="*/ 219223 w 1455521"/>
              <a:gd name="connsiteY0" fmla="*/ 0 h 1019127"/>
              <a:gd name="connsiteX1" fmla="*/ 1236298 w 1455521"/>
              <a:gd name="connsiteY1" fmla="*/ 0 h 1019127"/>
              <a:gd name="connsiteX2" fmla="*/ 1455521 w 1455521"/>
              <a:gd name="connsiteY2" fmla="*/ 385779 h 1019127"/>
              <a:gd name="connsiteX3" fmla="*/ 1095615 w 1455521"/>
              <a:gd name="connsiteY3" fmla="*/ 1019127 h 1019127"/>
              <a:gd name="connsiteX4" fmla="*/ 359906 w 1455521"/>
              <a:gd name="connsiteY4" fmla="*/ 1019127 h 1019127"/>
              <a:gd name="connsiteX5" fmla="*/ 0 w 1455521"/>
              <a:gd name="connsiteY5" fmla="*/ 385779 h 101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1019127">
                <a:moveTo>
                  <a:pt x="219223" y="0"/>
                </a:moveTo>
                <a:lnTo>
                  <a:pt x="1236298" y="0"/>
                </a:lnTo>
                <a:lnTo>
                  <a:pt x="1455521" y="385779"/>
                </a:lnTo>
                <a:lnTo>
                  <a:pt x="1095615" y="1019127"/>
                </a:lnTo>
                <a:lnTo>
                  <a:pt x="359906" y="1019127"/>
                </a:lnTo>
                <a:lnTo>
                  <a:pt x="0" y="385779"/>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Hexagon 15">
            <a:extLst>
              <a:ext uri="{FF2B5EF4-FFF2-40B4-BE49-F238E27FC236}">
                <a16:creationId xmlns:a16="http://schemas.microsoft.com/office/drawing/2014/main" id="{93831F6E-A0DA-46E5-AF13-ED5D9ABF108D}"/>
              </a:ext>
            </a:extLst>
          </p:cNvPr>
          <p:cNvSpPr/>
          <p:nvPr userDrawn="1"/>
        </p:nvSpPr>
        <p:spPr>
          <a:xfrm>
            <a:off x="1579486" y="450004"/>
            <a:ext cx="1455521" cy="1266696"/>
          </a:xfrm>
          <a:prstGeom prst="hexagon">
            <a:avLst>
              <a:gd name="adj" fmla="val 28413"/>
              <a:gd name="vf" fmla="val 115470"/>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0" name="Hexagon 17">
            <a:extLst>
              <a:ext uri="{FF2B5EF4-FFF2-40B4-BE49-F238E27FC236}">
                <a16:creationId xmlns:a16="http://schemas.microsoft.com/office/drawing/2014/main" id="{18B06ECC-5FA7-4ACA-86BF-694240D0C05B}"/>
              </a:ext>
            </a:extLst>
          </p:cNvPr>
          <p:cNvSpPr/>
          <p:nvPr userDrawn="1"/>
        </p:nvSpPr>
        <p:spPr>
          <a:xfrm>
            <a:off x="412218" y="1136470"/>
            <a:ext cx="1455521" cy="1266696"/>
          </a:xfrm>
          <a:prstGeom prst="hexagon">
            <a:avLst>
              <a:gd name="adj" fmla="val 28413"/>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1" name="Hexagon 19">
            <a:extLst>
              <a:ext uri="{FF2B5EF4-FFF2-40B4-BE49-F238E27FC236}">
                <a16:creationId xmlns:a16="http://schemas.microsoft.com/office/drawing/2014/main" id="{089AA305-8FFC-46A5-B806-D5D78320D0CD}"/>
              </a:ext>
            </a:extLst>
          </p:cNvPr>
          <p:cNvSpPr/>
          <p:nvPr userDrawn="1"/>
        </p:nvSpPr>
        <p:spPr>
          <a:xfrm>
            <a:off x="1580070" y="1812437"/>
            <a:ext cx="1455521" cy="1266696"/>
          </a:xfrm>
          <a:prstGeom prst="hexagon">
            <a:avLst>
              <a:gd name="adj" fmla="val 28413"/>
              <a:gd name="vf" fmla="val 11547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Hexagon 21">
            <a:extLst>
              <a:ext uri="{FF2B5EF4-FFF2-40B4-BE49-F238E27FC236}">
                <a16:creationId xmlns:a16="http://schemas.microsoft.com/office/drawing/2014/main" id="{DB2D65ED-32BC-44B2-92F3-E16717051CA1}"/>
              </a:ext>
            </a:extLst>
          </p:cNvPr>
          <p:cNvSpPr/>
          <p:nvPr userDrawn="1"/>
        </p:nvSpPr>
        <p:spPr>
          <a:xfrm>
            <a:off x="3953772" y="4582171"/>
            <a:ext cx="1455521" cy="1266696"/>
          </a:xfrm>
          <a:prstGeom prst="hexagon">
            <a:avLst>
              <a:gd name="adj" fmla="val 28413"/>
              <a:gd name="vf" fmla="val 115470"/>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4" name="Freeform 43">
            <a:extLst>
              <a:ext uri="{FF2B5EF4-FFF2-40B4-BE49-F238E27FC236}">
                <a16:creationId xmlns:a16="http://schemas.microsoft.com/office/drawing/2014/main" id="{6100186E-95B0-AB29-6F1D-DBFBAA566DB2}"/>
              </a:ext>
            </a:extLst>
          </p:cNvPr>
          <p:cNvSpPr/>
          <p:nvPr userDrawn="1"/>
        </p:nvSpPr>
        <p:spPr>
          <a:xfrm>
            <a:off x="3955762" y="5952136"/>
            <a:ext cx="1455521" cy="932559"/>
          </a:xfrm>
          <a:custGeom>
            <a:avLst/>
            <a:gdLst>
              <a:gd name="connsiteX0" fmla="*/ 359906 w 1455521"/>
              <a:gd name="connsiteY0" fmla="*/ 0 h 932559"/>
              <a:gd name="connsiteX1" fmla="*/ 1095615 w 1455521"/>
              <a:gd name="connsiteY1" fmla="*/ 0 h 932559"/>
              <a:gd name="connsiteX2" fmla="*/ 1455521 w 1455521"/>
              <a:gd name="connsiteY2" fmla="*/ 633348 h 932559"/>
              <a:gd name="connsiteX3" fmla="*/ 1285492 w 1455521"/>
              <a:gd name="connsiteY3" fmla="*/ 932559 h 932559"/>
              <a:gd name="connsiteX4" fmla="*/ 170030 w 1455521"/>
              <a:gd name="connsiteY4" fmla="*/ 932559 h 932559"/>
              <a:gd name="connsiteX5" fmla="*/ 0 w 1455521"/>
              <a:gd name="connsiteY5" fmla="*/ 633348 h 932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32559">
                <a:moveTo>
                  <a:pt x="359906" y="0"/>
                </a:moveTo>
                <a:lnTo>
                  <a:pt x="1095615" y="0"/>
                </a:lnTo>
                <a:lnTo>
                  <a:pt x="1455521" y="633348"/>
                </a:lnTo>
                <a:lnTo>
                  <a:pt x="1285492" y="932559"/>
                </a:lnTo>
                <a:lnTo>
                  <a:pt x="170030" y="932559"/>
                </a:lnTo>
                <a:lnTo>
                  <a:pt x="0" y="633348"/>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Hexagon 27">
            <a:extLst>
              <a:ext uri="{FF2B5EF4-FFF2-40B4-BE49-F238E27FC236}">
                <a16:creationId xmlns:a16="http://schemas.microsoft.com/office/drawing/2014/main" id="{5275D449-7441-440B-8584-96D25256F24D}"/>
              </a:ext>
            </a:extLst>
          </p:cNvPr>
          <p:cNvSpPr/>
          <p:nvPr userDrawn="1"/>
        </p:nvSpPr>
        <p:spPr>
          <a:xfrm>
            <a:off x="2783996" y="5245443"/>
            <a:ext cx="1455521" cy="1266696"/>
          </a:xfrm>
          <a:prstGeom prst="hexagon">
            <a:avLst>
              <a:gd name="adj" fmla="val 28413"/>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5" name="Hexagon 21">
            <a:extLst>
              <a:ext uri="{FF2B5EF4-FFF2-40B4-BE49-F238E27FC236}">
                <a16:creationId xmlns:a16="http://schemas.microsoft.com/office/drawing/2014/main" id="{AA088CB3-68C2-8BF7-640B-511D7AD708D4}"/>
              </a:ext>
            </a:extLst>
          </p:cNvPr>
          <p:cNvSpPr/>
          <p:nvPr userDrawn="1"/>
        </p:nvSpPr>
        <p:spPr>
          <a:xfrm>
            <a:off x="2757266" y="2493385"/>
            <a:ext cx="1467568" cy="1305975"/>
          </a:xfrm>
          <a:prstGeom prst="hexagon">
            <a:avLst>
              <a:gd name="adj" fmla="val 28413"/>
              <a:gd name="vf" fmla="val 115470"/>
            </a:avLst>
          </a:prstGeom>
          <a:noFill/>
          <a:ln w="19050">
            <a:solidFill>
              <a:srgbClr val="D844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5" name="Hexagon 28">
            <a:extLst>
              <a:ext uri="{FF2B5EF4-FFF2-40B4-BE49-F238E27FC236}">
                <a16:creationId xmlns:a16="http://schemas.microsoft.com/office/drawing/2014/main" id="{94CFCD79-F5CD-4175-96DE-1AC2E1999DB6}"/>
              </a:ext>
            </a:extLst>
          </p:cNvPr>
          <p:cNvSpPr/>
          <p:nvPr userDrawn="1"/>
        </p:nvSpPr>
        <p:spPr>
          <a:xfrm>
            <a:off x="2767144" y="3880620"/>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3" name="Freeform 42">
            <a:extLst>
              <a:ext uri="{FF2B5EF4-FFF2-40B4-BE49-F238E27FC236}">
                <a16:creationId xmlns:a16="http://schemas.microsoft.com/office/drawing/2014/main" id="{C8667104-E096-23C3-4C2C-5277C2AF5C57}"/>
              </a:ext>
            </a:extLst>
          </p:cNvPr>
          <p:cNvSpPr/>
          <p:nvPr userDrawn="1"/>
        </p:nvSpPr>
        <p:spPr>
          <a:xfrm>
            <a:off x="3702" y="448131"/>
            <a:ext cx="678871" cy="1266696"/>
          </a:xfrm>
          <a:custGeom>
            <a:avLst/>
            <a:gdLst>
              <a:gd name="connsiteX0" fmla="*/ 0 w 678871"/>
              <a:gd name="connsiteY0" fmla="*/ 0 h 1266696"/>
              <a:gd name="connsiteX1" fmla="*/ 318965 w 678871"/>
              <a:gd name="connsiteY1" fmla="*/ 0 h 1266696"/>
              <a:gd name="connsiteX2" fmla="*/ 678871 w 678871"/>
              <a:gd name="connsiteY2" fmla="*/ 633348 h 1266696"/>
              <a:gd name="connsiteX3" fmla="*/ 318965 w 678871"/>
              <a:gd name="connsiteY3" fmla="*/ 1266696 h 1266696"/>
              <a:gd name="connsiteX4" fmla="*/ 0 w 678871"/>
              <a:gd name="connsiteY4" fmla="*/ 1266696 h 12666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871" h="1266696">
                <a:moveTo>
                  <a:pt x="0" y="0"/>
                </a:moveTo>
                <a:lnTo>
                  <a:pt x="318965" y="0"/>
                </a:lnTo>
                <a:lnTo>
                  <a:pt x="678871" y="633348"/>
                </a:lnTo>
                <a:lnTo>
                  <a:pt x="318965" y="1266696"/>
                </a:lnTo>
                <a:lnTo>
                  <a:pt x="0" y="1266696"/>
                </a:lnTo>
                <a:close/>
              </a:path>
            </a:pathLst>
          </a:cu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Hexagon 31">
            <a:extLst>
              <a:ext uri="{FF2B5EF4-FFF2-40B4-BE49-F238E27FC236}">
                <a16:creationId xmlns:a16="http://schemas.microsoft.com/office/drawing/2014/main" id="{61BB4AB0-7C5C-4697-A25B-0AFD8754AB52}"/>
              </a:ext>
            </a:extLst>
          </p:cNvPr>
          <p:cNvSpPr/>
          <p:nvPr userDrawn="1"/>
        </p:nvSpPr>
        <p:spPr>
          <a:xfrm>
            <a:off x="1580353" y="3182793"/>
            <a:ext cx="1455521" cy="1266696"/>
          </a:xfrm>
          <a:prstGeom prst="hexagon">
            <a:avLst>
              <a:gd name="adj" fmla="val 28413"/>
              <a:gd name="vf" fmla="val 115470"/>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7" name="Hexagon 28">
            <a:extLst>
              <a:ext uri="{FF2B5EF4-FFF2-40B4-BE49-F238E27FC236}">
                <a16:creationId xmlns:a16="http://schemas.microsoft.com/office/drawing/2014/main" id="{E4EF439B-1CC3-CA39-B62A-E54F83ED70D2}"/>
              </a:ext>
            </a:extLst>
          </p:cNvPr>
          <p:cNvSpPr/>
          <p:nvPr userDrawn="1"/>
        </p:nvSpPr>
        <p:spPr>
          <a:xfrm>
            <a:off x="396269" y="2511644"/>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6" name="Freeform 45">
            <a:extLst>
              <a:ext uri="{FF2B5EF4-FFF2-40B4-BE49-F238E27FC236}">
                <a16:creationId xmlns:a16="http://schemas.microsoft.com/office/drawing/2014/main" id="{2363FF00-E570-D743-258E-E9FEF4F02A08}"/>
              </a:ext>
            </a:extLst>
          </p:cNvPr>
          <p:cNvSpPr/>
          <p:nvPr userDrawn="1"/>
        </p:nvSpPr>
        <p:spPr>
          <a:xfrm>
            <a:off x="6334981" y="5962237"/>
            <a:ext cx="1455521" cy="901561"/>
          </a:xfrm>
          <a:custGeom>
            <a:avLst/>
            <a:gdLst>
              <a:gd name="connsiteX0" fmla="*/ 359906 w 1455521"/>
              <a:gd name="connsiteY0" fmla="*/ 0 h 901561"/>
              <a:gd name="connsiteX1" fmla="*/ 1095615 w 1455521"/>
              <a:gd name="connsiteY1" fmla="*/ 0 h 901561"/>
              <a:gd name="connsiteX2" fmla="*/ 1455521 w 1455521"/>
              <a:gd name="connsiteY2" fmla="*/ 633348 h 901561"/>
              <a:gd name="connsiteX3" fmla="*/ 1303107 w 1455521"/>
              <a:gd name="connsiteY3" fmla="*/ 901561 h 901561"/>
              <a:gd name="connsiteX4" fmla="*/ 152415 w 1455521"/>
              <a:gd name="connsiteY4" fmla="*/ 901561 h 901561"/>
              <a:gd name="connsiteX5" fmla="*/ 0 w 1455521"/>
              <a:gd name="connsiteY5" fmla="*/ 633348 h 901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01561">
                <a:moveTo>
                  <a:pt x="359906" y="0"/>
                </a:moveTo>
                <a:lnTo>
                  <a:pt x="1095615" y="0"/>
                </a:lnTo>
                <a:lnTo>
                  <a:pt x="1455521" y="633348"/>
                </a:lnTo>
                <a:lnTo>
                  <a:pt x="1303107" y="901561"/>
                </a:lnTo>
                <a:lnTo>
                  <a:pt x="152415" y="901561"/>
                </a:lnTo>
                <a:lnTo>
                  <a:pt x="0" y="633348"/>
                </a:lnTo>
                <a:close/>
              </a:path>
            </a:pathLst>
          </a:custGeom>
          <a:noFill/>
          <a:ln w="19050">
            <a:solidFill>
              <a:srgbClr val="98432A"/>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Hexagon 21">
            <a:extLst>
              <a:ext uri="{FF2B5EF4-FFF2-40B4-BE49-F238E27FC236}">
                <a16:creationId xmlns:a16="http://schemas.microsoft.com/office/drawing/2014/main" id="{A38FF139-88E9-67A9-6010-4EDFB851076B}"/>
              </a:ext>
            </a:extLst>
          </p:cNvPr>
          <p:cNvSpPr/>
          <p:nvPr userDrawn="1"/>
        </p:nvSpPr>
        <p:spPr>
          <a:xfrm>
            <a:off x="5150156" y="5261378"/>
            <a:ext cx="1455521" cy="1266696"/>
          </a:xfrm>
          <a:prstGeom prst="hexagon">
            <a:avLst>
              <a:gd name="adj" fmla="val 28413"/>
              <a:gd name="vf" fmla="val 115470"/>
            </a:avLst>
          </a:pr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Hexagon 21">
            <a:extLst>
              <a:ext uri="{FF2B5EF4-FFF2-40B4-BE49-F238E27FC236}">
                <a16:creationId xmlns:a16="http://schemas.microsoft.com/office/drawing/2014/main" id="{99956147-4454-5EA6-FC9C-94C08EE35F28}"/>
              </a:ext>
            </a:extLst>
          </p:cNvPr>
          <p:cNvSpPr/>
          <p:nvPr userDrawn="1"/>
        </p:nvSpPr>
        <p:spPr>
          <a:xfrm>
            <a:off x="3948599" y="3206642"/>
            <a:ext cx="1455521" cy="1266696"/>
          </a:xfrm>
          <a:prstGeom prst="hexagon">
            <a:avLst>
              <a:gd name="adj" fmla="val 28413"/>
              <a:gd name="vf" fmla="val 11547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2" name="Title 1">
            <a:extLst>
              <a:ext uri="{FF2B5EF4-FFF2-40B4-BE49-F238E27FC236}">
                <a16:creationId xmlns:a16="http://schemas.microsoft.com/office/drawing/2014/main" id="{4722C9EB-D452-B3DF-5219-160F48DE789C}"/>
              </a:ext>
            </a:extLst>
          </p:cNvPr>
          <p:cNvSpPr>
            <a:spLocks noGrp="1"/>
          </p:cNvSpPr>
          <p:nvPr>
            <p:ph type="title"/>
          </p:nvPr>
        </p:nvSpPr>
        <p:spPr>
          <a:xfrm>
            <a:off x="6035040" y="731520"/>
            <a:ext cx="5394960" cy="2103120"/>
          </a:xfrm>
        </p:spPr>
        <p:txBody>
          <a:bodyPr anchor="b">
            <a:normAutofit/>
          </a:bodyPr>
          <a:lstStyle/>
          <a:p>
            <a:r>
              <a:rPr lang="en-US"/>
              <a:t>Click to edit Master title style</a:t>
            </a:r>
            <a:endParaRPr lang="en-US" dirty="0"/>
          </a:p>
        </p:txBody>
      </p:sp>
      <p:sp>
        <p:nvSpPr>
          <p:cNvPr id="21" name="Content Placeholder 47" descr="Click icon to add picture">
            <a:extLst>
              <a:ext uri="{FF2B5EF4-FFF2-40B4-BE49-F238E27FC236}">
                <a16:creationId xmlns:a16="http://schemas.microsoft.com/office/drawing/2014/main" id="{B7E46D91-6194-E279-CAE3-425E21FD4A83}"/>
              </a:ext>
            </a:extLst>
          </p:cNvPr>
          <p:cNvSpPr>
            <a:spLocks noGrp="1"/>
          </p:cNvSpPr>
          <p:nvPr>
            <p:ph type="body" sz="quarter" idx="27"/>
          </p:nvPr>
        </p:nvSpPr>
        <p:spPr>
          <a:xfrm>
            <a:off x="6035040" y="3108960"/>
            <a:ext cx="5394960" cy="1879791"/>
          </a:xfrm>
          <a:prstGeom prst="rect">
            <a:avLst/>
          </a:prstGeom>
        </p:spPr>
        <p:txBody>
          <a:bodyPr anchor="t">
            <a:normAutofit/>
          </a:bodyPr>
          <a:lstStyle>
            <a:lvl1pPr marL="0" indent="0" algn="l">
              <a:lnSpc>
                <a:spcPct val="100000"/>
              </a:lnSpc>
              <a:buNone/>
              <a:defRPr sz="1800" b="0">
                <a:solidFill>
                  <a:schemeClr val="bg1"/>
                </a:solidFill>
              </a:defRPr>
            </a:lvl1pPr>
            <a:lvl2pPr>
              <a:defRPr sz="1000"/>
            </a:lvl2pPr>
            <a:lvl3pPr>
              <a:defRPr sz="900"/>
            </a:lvl3pPr>
            <a:lvl4pPr>
              <a:defRPr sz="800"/>
            </a:lvl4pPr>
            <a:lvl5pPr>
              <a:defRPr sz="800"/>
            </a:lvl5pPr>
          </a:lstStyle>
          <a:p>
            <a:pPr lvl="0"/>
            <a:r>
              <a:rPr lang="en-US" altLang="zh-CN"/>
              <a:t>Click to edit Master text styles</a:t>
            </a:r>
          </a:p>
        </p:txBody>
      </p:sp>
      <p:sp>
        <p:nvSpPr>
          <p:cNvPr id="40" name="Freeform 39">
            <a:extLst>
              <a:ext uri="{FF2B5EF4-FFF2-40B4-BE49-F238E27FC236}">
                <a16:creationId xmlns:a16="http://schemas.microsoft.com/office/drawing/2014/main" id="{E3C8467A-0A34-2A65-92FE-F12F6A3D84A6}"/>
              </a:ext>
            </a:extLst>
          </p:cNvPr>
          <p:cNvSpPr/>
          <p:nvPr userDrawn="1"/>
        </p:nvSpPr>
        <p:spPr>
          <a:xfrm>
            <a:off x="-6538" y="1815084"/>
            <a:ext cx="697438" cy="1266696"/>
          </a:xfrm>
          <a:custGeom>
            <a:avLst/>
            <a:gdLst>
              <a:gd name="connsiteX0" fmla="*/ 0 w 732607"/>
              <a:gd name="connsiteY0" fmla="*/ 0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0" fmla="*/ 43961 w 732607"/>
              <a:gd name="connsiteY0" fmla="*/ 8793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5" fmla="*/ 43961 w 732607"/>
              <a:gd name="connsiteY5" fmla="*/ 8793 h 1266696"/>
              <a:gd name="connsiteX0" fmla="*/ 8792 w 697438"/>
              <a:gd name="connsiteY0" fmla="*/ 8793 h 1266696"/>
              <a:gd name="connsiteX1" fmla="*/ 337532 w 697438"/>
              <a:gd name="connsiteY1" fmla="*/ 0 h 1266696"/>
              <a:gd name="connsiteX2" fmla="*/ 697438 w 697438"/>
              <a:gd name="connsiteY2" fmla="*/ 633348 h 1266696"/>
              <a:gd name="connsiteX3" fmla="*/ 337532 w 697438"/>
              <a:gd name="connsiteY3" fmla="*/ 1266696 h 1266696"/>
              <a:gd name="connsiteX4" fmla="*/ 0 w 697438"/>
              <a:gd name="connsiteY4" fmla="*/ 1266696 h 1266696"/>
              <a:gd name="connsiteX5" fmla="*/ 8792 w 697438"/>
              <a:gd name="connsiteY5" fmla="*/ 8793 h 1266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7438" h="1266696">
                <a:moveTo>
                  <a:pt x="8792" y="8793"/>
                </a:moveTo>
                <a:lnTo>
                  <a:pt x="337532" y="0"/>
                </a:lnTo>
                <a:lnTo>
                  <a:pt x="697438" y="633348"/>
                </a:lnTo>
                <a:lnTo>
                  <a:pt x="337532" y="1266696"/>
                </a:lnTo>
                <a:lnTo>
                  <a:pt x="0" y="1266696"/>
                </a:lnTo>
                <a:cubicBezTo>
                  <a:pt x="0" y="844464"/>
                  <a:pt x="8792" y="431025"/>
                  <a:pt x="8792" y="8793"/>
                </a:cubicBezTo>
                <a:close/>
              </a:path>
            </a:pathLst>
          </a:custGeom>
          <a:noFill/>
          <a:ln w="19050">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31473342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4" name="Content placeholder 47">
            <a:extLst>
              <a:ext uri="{FF2B5EF4-FFF2-40B4-BE49-F238E27FC236}">
                <a16:creationId xmlns:a16="http://schemas.microsoft.com/office/drawing/2014/main" id="{28B6388A-37D2-4382-A7FC-9B9A76BDE84D}"/>
              </a:ext>
            </a:extLst>
          </p:cNvPr>
          <p:cNvSpPr>
            <a:spLocks noGrp="1"/>
          </p:cNvSpPr>
          <p:nvPr>
            <p:ph type="sldNum" sz="quarter" idx="4"/>
          </p:nvPr>
        </p:nvSpPr>
        <p:spPr>
          <a:xfrm>
            <a:off x="11194169" y="6217920"/>
            <a:ext cx="458592" cy="365125"/>
          </a:xfrm>
          <a:prstGeom prst="rect">
            <a:avLst/>
          </a:prstGeom>
        </p:spPr>
        <p:txBody>
          <a:bodyPr vert="horz" lIns="91440" tIns="45720" rIns="91440" bIns="45720" rtlCol="0" anchor="ctr">
            <a:noAutofit/>
          </a:bodyPr>
          <a:lstStyle>
            <a:lvl1pPr algn="ctr">
              <a:defRPr sz="1200">
                <a:solidFill>
                  <a:schemeClr val="bg1"/>
                </a:solidFill>
                <a:latin typeface="+mn-lt"/>
              </a:defRPr>
            </a:lvl1pPr>
          </a:lstStyle>
          <a:p>
            <a:fld id="{47FEACEE-25B4-4A2D-B147-27296E36371D}" type="slidenum">
              <a:rPr lang="en-US" altLang="zh-CN" noProof="0" smtClean="0"/>
              <a:pPr/>
              <a:t>‹#›</a:t>
            </a:fld>
            <a:endParaRPr lang="en-US" altLang="zh-CN" noProof="0" dirty="0"/>
          </a:p>
        </p:txBody>
      </p:sp>
      <p:sp>
        <p:nvSpPr>
          <p:cNvPr id="6" name="Text Placeholder 2">
            <a:extLst>
              <a:ext uri="{FF2B5EF4-FFF2-40B4-BE49-F238E27FC236}">
                <a16:creationId xmlns:a16="http://schemas.microsoft.com/office/drawing/2014/main" id="{18CB8A3D-9A54-FD7C-F6A5-B33E6C891A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itle Placeholder 4">
            <a:extLst>
              <a:ext uri="{FF2B5EF4-FFF2-40B4-BE49-F238E27FC236}">
                <a16:creationId xmlns:a16="http://schemas.microsoft.com/office/drawing/2014/main" id="{F38A7675-78A2-B642-22AF-B98514C68B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noProof="0"/>
              <a:t>Click to edit Master title style</a:t>
            </a:r>
          </a:p>
        </p:txBody>
      </p:sp>
      <p:sp>
        <p:nvSpPr>
          <p:cNvPr id="8" name="Footer Placeholder 7">
            <a:extLst>
              <a:ext uri="{FF2B5EF4-FFF2-40B4-BE49-F238E27FC236}">
                <a16:creationId xmlns:a16="http://schemas.microsoft.com/office/drawing/2014/main" id="{C176125D-E69D-E2ED-1549-3D67DBD487E0}"/>
              </a:ext>
            </a:extLst>
          </p:cNvPr>
          <p:cNvSpPr>
            <a:spLocks noGrp="1"/>
          </p:cNvSpPr>
          <p:nvPr>
            <p:ph type="ftr" sz="quarter" idx="3"/>
          </p:nvPr>
        </p:nvSpPr>
        <p:spPr>
          <a:xfrm>
            <a:off x="914400" y="6217920"/>
            <a:ext cx="4114800" cy="365125"/>
          </a:xfrm>
          <a:prstGeom prst="rect">
            <a:avLst/>
          </a:prstGeom>
        </p:spPr>
        <p:txBody>
          <a:bodyPr vert="horz" lIns="91440" tIns="45720" rIns="91440" bIns="45720" rtlCol="0" anchor="ctr">
            <a:noAutofit/>
          </a:bodyPr>
          <a:lstStyle>
            <a:lvl1pPr algn="l">
              <a:defRPr sz="1200">
                <a:solidFill>
                  <a:schemeClr val="bg1"/>
                </a:solidFill>
                <a:latin typeface="+mn-lt"/>
              </a:defRPr>
            </a:lvl1pPr>
          </a:lstStyle>
          <a:p>
            <a:endParaRPr lang="en-US" noProof="0" dirty="0"/>
          </a:p>
        </p:txBody>
      </p:sp>
    </p:spTree>
    <p:extLst>
      <p:ext uri="{BB962C8B-B14F-4D97-AF65-F5344CB8AC3E}">
        <p14:creationId xmlns:p14="http://schemas.microsoft.com/office/powerpoint/2010/main" val="2020574204"/>
      </p:ext>
    </p:extLst>
  </p:cSld>
  <p:clrMap bg1="lt1" tx1="dk1" bg2="lt2" tx2="dk2" accent1="accent1" accent2="accent2" accent3="accent3" accent4="accent4" accent5="accent5" accent6="accent6" hlink="hlink" folHlink="folHlink"/>
  <p:sldLayoutIdLst>
    <p:sldLayoutId id="2147483667" r:id="rId1"/>
    <p:sldLayoutId id="2147483671" r:id="rId2"/>
    <p:sldLayoutId id="2147483674" r:id="rId3"/>
    <p:sldLayoutId id="2147483669" r:id="rId4"/>
    <p:sldLayoutId id="2147483655" r:id="rId5"/>
    <p:sldLayoutId id="2147483651" r:id="rId6"/>
    <p:sldLayoutId id="2147483662" r:id="rId7"/>
    <p:sldLayoutId id="2147483653" r:id="rId8"/>
    <p:sldLayoutId id="2147483663" r:id="rId9"/>
    <p:sldLayoutId id="2147483665" r:id="rId10"/>
  </p:sldLayoutIdLst>
  <p:hf hdr="0" ftr="0" dt="0"/>
  <p:txStyles>
    <p:titleStyle>
      <a:lvl1pPr algn="l" defTabSz="914400" rtl="0" eaLnBrk="1" latinLnBrk="0" hangingPunct="1">
        <a:lnSpc>
          <a:spcPct val="90000"/>
        </a:lnSpc>
        <a:spcBef>
          <a:spcPct val="0"/>
        </a:spcBef>
        <a:buNone/>
        <a:defRPr sz="4400" b="1" kern="1200">
          <a:solidFill>
            <a:schemeClr val="bg1"/>
          </a:solidFill>
          <a:latin typeface="+mj-lt"/>
          <a:ea typeface="+mj-ea"/>
          <a:cs typeface="+mj-cs"/>
        </a:defRPr>
      </a:lvl1pPr>
    </p:titleStyle>
    <p:bodyStyle>
      <a:lvl1pPr marL="347472"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1pPr>
      <a:lvl2pPr marL="73152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2pPr>
      <a:lvl3pPr marL="109728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3pPr>
      <a:lvl4pPr marL="146304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4pPr>
      <a:lvl5pPr marL="182880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32" userDrawn="1">
          <p15:clr>
            <a:srgbClr val="F26B43"/>
          </p15:clr>
        </p15:guide>
        <p15:guide id="2" pos="3840" userDrawn="1">
          <p15:clr>
            <a:srgbClr val="F26B43"/>
          </p15:clr>
        </p15:guide>
        <p15:guide id="3" pos="5640" userDrawn="1">
          <p15:clr>
            <a:srgbClr val="F26B43"/>
          </p15:clr>
        </p15:guide>
        <p15:guide id="4" pos="1656" userDrawn="1">
          <p15:clr>
            <a:srgbClr val="F26B43"/>
          </p15:clr>
        </p15:guide>
        <p15:guide id="5" pos="520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microsoft.com/office/2007/relationships/hdphoto" Target="../media/hdphoto1.wdp"/></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microsoft.com/office/2007/relationships/hdphoto" Target="../media/hdphoto1.wdp"/></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microsoft.com/office/2007/relationships/hdphoto" Target="../media/hdphoto1.wdp"/></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microsoft.com/office/2007/relationships/hdphoto" Target="../media/hdphoto1.wdp"/></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6.xml"/><Relationship Id="rId4" Type="http://schemas.microsoft.com/office/2007/relationships/hdphoto" Target="../media/hdphoto1.wdp"/></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6.xml"/><Relationship Id="rId4" Type="http://schemas.microsoft.com/office/2007/relationships/hdphoto" Target="../media/hdphoto1.wdp"/></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6.xml"/><Relationship Id="rId4" Type="http://schemas.microsoft.com/office/2007/relationships/hdphoto" Target="../media/hdphoto1.wdp"/></Relationships>
</file>

<file path=ppt/slides/_rels/slide15.xml.rels><?xml version="1.0" encoding="UTF-8" standalone="yes"?>
<Relationships xmlns="http://schemas.openxmlformats.org/package/2006/relationships"><Relationship Id="rId3" Type="http://schemas.openxmlformats.org/officeDocument/2006/relationships/hyperlink" Target="https://learn.microsoft.com/en-us/dynamics365/business-central/dev-itpro/developer/readiness/opportunity-app-publisher" TargetMode="External"/><Relationship Id="rId2" Type="http://schemas.openxmlformats.org/officeDocument/2006/relationships/notesSlide" Target="../notesSlides/notesSlide13.xml"/><Relationship Id="rId1" Type="http://schemas.openxmlformats.org/officeDocument/2006/relationships/slideLayout" Target="../slideLayouts/slideLayout10.xml"/><Relationship Id="rId6" Type="http://schemas.openxmlformats.org/officeDocument/2006/relationships/hyperlink" Target="https://partner.microsoft.com/dashboard/home" TargetMode="External"/><Relationship Id="rId5" Type="http://schemas.openxmlformats.org/officeDocument/2006/relationships/hyperlink" Target="https://learn.microsoft.com/en-us/azure/marketplace/partner-center-portal/create-new-business-central-offer" TargetMode="External"/><Relationship Id="rId4" Type="http://schemas.openxmlformats.org/officeDocument/2006/relationships/hyperlink" Target="https://www.youtube.com/watch?v=M6QpnNtDPys%2F%3Fazure-portal%3Dtru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3A3B864-5E85-99D2-93E5-5CA1F4F35DC7}"/>
              </a:ext>
            </a:extLst>
          </p:cNvPr>
          <p:cNvSpPr>
            <a:spLocks noGrp="1"/>
          </p:cNvSpPr>
          <p:nvPr>
            <p:ph type="title"/>
          </p:nvPr>
        </p:nvSpPr>
        <p:spPr>
          <a:xfrm>
            <a:off x="1144292" y="731520"/>
            <a:ext cx="5029200" cy="3291840"/>
          </a:xfrm>
        </p:spPr>
        <p:txBody>
          <a:bodyPr lIns="0" anchor="b" anchorCtr="0">
            <a:normAutofit fontScale="90000"/>
          </a:bodyPr>
          <a:lstStyle/>
          <a:p>
            <a:r>
              <a:rPr lang="en-US" dirty="0"/>
              <a:t>Monetizing your app for Microsoft Dynamics 365 Business Central</a:t>
            </a:r>
          </a:p>
        </p:txBody>
      </p:sp>
      <p:sp>
        <p:nvSpPr>
          <p:cNvPr id="9" name="Text Placeholder 8">
            <a:extLst>
              <a:ext uri="{FF2B5EF4-FFF2-40B4-BE49-F238E27FC236}">
                <a16:creationId xmlns:a16="http://schemas.microsoft.com/office/drawing/2014/main" id="{485E0237-B9A1-0B58-E0AA-05EF84817EB4}"/>
              </a:ext>
            </a:extLst>
          </p:cNvPr>
          <p:cNvSpPr>
            <a:spLocks noGrp="1"/>
          </p:cNvSpPr>
          <p:nvPr>
            <p:ph type="body" sz="quarter" idx="28"/>
          </p:nvPr>
        </p:nvSpPr>
        <p:spPr>
          <a:xfrm>
            <a:off x="1260894" y="4172084"/>
            <a:ext cx="4912598" cy="914400"/>
          </a:xfrm>
        </p:spPr>
        <p:txBody>
          <a:bodyPr/>
          <a:lstStyle/>
          <a:p>
            <a:r>
              <a:rPr lang="en-US" dirty="0"/>
              <a:t>Internal usage only</a:t>
            </a:r>
          </a:p>
        </p:txBody>
      </p:sp>
      <p:pic>
        <p:nvPicPr>
          <p:cNvPr id="20" name="Picture Placeholder 19" descr="Two people looking at a laptop at a table">
            <a:extLst>
              <a:ext uri="{FF2B5EF4-FFF2-40B4-BE49-F238E27FC236}">
                <a16:creationId xmlns:a16="http://schemas.microsoft.com/office/drawing/2014/main" id="{E83BB08F-E403-8715-0B24-AD9E4B72C80E}"/>
              </a:ext>
            </a:extLst>
          </p:cNvPr>
          <p:cNvPicPr>
            <a:picLocks noGrp="1" noChangeAspect="1"/>
          </p:cNvPicPr>
          <p:nvPr>
            <p:ph type="pic" sz="quarter" idx="47"/>
          </p:nvPr>
        </p:nvPicPr>
        <p:blipFill>
          <a:blip r:embed="rId3"/>
          <a:srcRect l="23" r="23"/>
          <a:stretch/>
        </p:blipFill>
        <p:spPr>
          <a:xfrm>
            <a:off x="6742557" y="821836"/>
            <a:ext cx="4405503" cy="5066346"/>
          </a:xfrm>
        </p:spPr>
      </p:pic>
    </p:spTree>
    <p:extLst>
      <p:ext uri="{BB962C8B-B14F-4D97-AF65-F5344CB8AC3E}">
        <p14:creationId xmlns:p14="http://schemas.microsoft.com/office/powerpoint/2010/main" val="38984479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F021C-3CEB-0FBA-DA89-C9C82E741BB3}"/>
              </a:ext>
            </a:extLst>
          </p:cNvPr>
          <p:cNvSpPr>
            <a:spLocks noGrp="1"/>
          </p:cNvSpPr>
          <p:nvPr>
            <p:ph type="title"/>
          </p:nvPr>
        </p:nvSpPr>
        <p:spPr>
          <a:xfrm>
            <a:off x="914400" y="3429000"/>
            <a:ext cx="4206240" cy="2377440"/>
          </a:xfrm>
        </p:spPr>
        <p:txBody>
          <a:bodyPr anchor="t" anchorCtr="0"/>
          <a:lstStyle/>
          <a:p>
            <a:r>
              <a:rPr lang="en-US" dirty="0"/>
              <a:t>Agenda </a:t>
            </a:r>
          </a:p>
        </p:txBody>
      </p:sp>
      <p:sp>
        <p:nvSpPr>
          <p:cNvPr id="3" name="Text Placeholder 2">
            <a:extLst>
              <a:ext uri="{FF2B5EF4-FFF2-40B4-BE49-F238E27FC236}">
                <a16:creationId xmlns:a16="http://schemas.microsoft.com/office/drawing/2014/main" id="{3C6746B3-AFD9-641E-7CBF-9A783646B368}"/>
              </a:ext>
            </a:extLst>
          </p:cNvPr>
          <p:cNvSpPr>
            <a:spLocks noGrp="1"/>
          </p:cNvSpPr>
          <p:nvPr>
            <p:ph sz="quarter" idx="35"/>
          </p:nvPr>
        </p:nvSpPr>
        <p:spPr>
          <a:xfrm>
            <a:off x="5394325" y="3429000"/>
            <a:ext cx="3475038" cy="2378075"/>
          </a:xfrm>
        </p:spPr>
        <p:txBody>
          <a:bodyPr anchor="t" anchorCtr="0">
            <a:normAutofit/>
          </a:bodyPr>
          <a:lstStyle/>
          <a:p>
            <a:r>
              <a:rPr lang="en-US" dirty="0"/>
              <a:t>Basic information about the Company</a:t>
            </a:r>
          </a:p>
          <a:p>
            <a:r>
              <a:rPr lang="en-US" dirty="0"/>
              <a:t>Ask good questions</a:t>
            </a:r>
          </a:p>
          <a:p>
            <a:r>
              <a:rPr lang="en-US" dirty="0"/>
              <a:t>Potential troubles</a:t>
            </a:r>
          </a:p>
          <a:p>
            <a:r>
              <a:rPr lang="en-US" dirty="0"/>
              <a:t>Possible solutions</a:t>
            </a:r>
          </a:p>
        </p:txBody>
      </p:sp>
      <p:sp>
        <p:nvSpPr>
          <p:cNvPr id="4" name="Slide Number Placeholder 3">
            <a:extLst>
              <a:ext uri="{FF2B5EF4-FFF2-40B4-BE49-F238E27FC236}">
                <a16:creationId xmlns:a16="http://schemas.microsoft.com/office/drawing/2014/main" id="{5D559569-83D5-A20B-653C-B9D6C8D98164}"/>
              </a:ext>
            </a:extLst>
          </p:cNvPr>
          <p:cNvSpPr>
            <a:spLocks noGrp="1"/>
          </p:cNvSpPr>
          <p:nvPr>
            <p:ph type="sldNum" sz="quarter" idx="34"/>
          </p:nvPr>
        </p:nvSpPr>
        <p:spPr/>
        <p:txBody>
          <a:bodyPr/>
          <a:lstStyle/>
          <a:p>
            <a:fld id="{47FEACEE-25B4-4A2D-B147-27296E36371D}" type="slidenum">
              <a:rPr lang="en-US" altLang="zh-CN" noProof="0" smtClean="0"/>
              <a:pPr/>
              <a:t>2</a:t>
            </a:fld>
            <a:endParaRPr lang="en-US" altLang="zh-CN" noProof="0" dirty="0"/>
          </a:p>
        </p:txBody>
      </p:sp>
    </p:spTree>
    <p:extLst>
      <p:ext uri="{BB962C8B-B14F-4D97-AF65-F5344CB8AC3E}">
        <p14:creationId xmlns:p14="http://schemas.microsoft.com/office/powerpoint/2010/main" val="14850807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2A73C-F597-27B7-8F29-D6406DC4DB9A}"/>
              </a:ext>
            </a:extLst>
          </p:cNvPr>
          <p:cNvSpPr>
            <a:spLocks noGrp="1"/>
          </p:cNvSpPr>
          <p:nvPr>
            <p:ph type="title"/>
          </p:nvPr>
        </p:nvSpPr>
        <p:spPr>
          <a:xfrm>
            <a:off x="5998464" y="731520"/>
            <a:ext cx="5029200" cy="3291840"/>
          </a:xfrm>
        </p:spPr>
        <p:txBody>
          <a:bodyPr lIns="0" anchor="b" anchorCtr="0"/>
          <a:lstStyle/>
          <a:p>
            <a:r>
              <a:rPr lang="en-US" dirty="0"/>
              <a:t>Basic information</a:t>
            </a:r>
          </a:p>
        </p:txBody>
      </p:sp>
      <p:sp>
        <p:nvSpPr>
          <p:cNvPr id="3" name="Text Placeholder 2">
            <a:extLst>
              <a:ext uri="{FF2B5EF4-FFF2-40B4-BE49-F238E27FC236}">
                <a16:creationId xmlns:a16="http://schemas.microsoft.com/office/drawing/2014/main" id="{AC190503-C2C6-37F4-4636-9B4A8A3DE4EB}"/>
              </a:ext>
            </a:extLst>
          </p:cNvPr>
          <p:cNvSpPr>
            <a:spLocks noGrp="1"/>
          </p:cNvSpPr>
          <p:nvPr>
            <p:ph type="body" sz="quarter" idx="28"/>
          </p:nvPr>
        </p:nvSpPr>
        <p:spPr>
          <a:xfrm>
            <a:off x="6117336" y="4172084"/>
            <a:ext cx="4910328" cy="1005840"/>
          </a:xfrm>
        </p:spPr>
        <p:txBody>
          <a:bodyPr/>
          <a:lstStyle/>
          <a:p>
            <a:r>
              <a:rPr lang="en-US" dirty="0"/>
              <a:t>The first step in getting to know your customer is getting to know what the company does</a:t>
            </a:r>
          </a:p>
        </p:txBody>
      </p:sp>
    </p:spTree>
    <p:extLst>
      <p:ext uri="{BB962C8B-B14F-4D97-AF65-F5344CB8AC3E}">
        <p14:creationId xmlns:p14="http://schemas.microsoft.com/office/powerpoint/2010/main" val="35301119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1D18537-D028-9E9C-FB87-93F24955DFC7}"/>
              </a:ext>
            </a:extLst>
          </p:cNvPr>
          <p:cNvSpPr>
            <a:spLocks noGrp="1"/>
          </p:cNvSpPr>
          <p:nvPr>
            <p:ph type="title"/>
          </p:nvPr>
        </p:nvSpPr>
        <p:spPr>
          <a:xfrm>
            <a:off x="914400" y="731520"/>
            <a:ext cx="3931920" cy="2103120"/>
          </a:xfrm>
        </p:spPr>
        <p:txBody>
          <a:bodyPr anchor="b" anchorCtr="0"/>
          <a:lstStyle/>
          <a:p>
            <a:r>
              <a:rPr lang="en-US" dirty="0"/>
              <a:t>License Key</a:t>
            </a:r>
          </a:p>
        </p:txBody>
      </p:sp>
      <p:sp>
        <p:nvSpPr>
          <p:cNvPr id="20" name="Text Placeholder 19">
            <a:extLst>
              <a:ext uri="{FF2B5EF4-FFF2-40B4-BE49-F238E27FC236}">
                <a16:creationId xmlns:a16="http://schemas.microsoft.com/office/drawing/2014/main" id="{CC0093B1-77CC-1E61-FB22-E136F94EABD2}"/>
              </a:ext>
            </a:extLst>
          </p:cNvPr>
          <p:cNvSpPr>
            <a:spLocks noGrp="1"/>
          </p:cNvSpPr>
          <p:nvPr>
            <p:ph idx="1"/>
          </p:nvPr>
        </p:nvSpPr>
        <p:spPr>
          <a:xfrm>
            <a:off x="914400" y="3108960"/>
            <a:ext cx="3931920" cy="2651760"/>
          </a:xfrm>
        </p:spPr>
        <p:txBody>
          <a:bodyPr>
            <a:normAutofit fontScale="77500" lnSpcReduction="20000"/>
          </a:bodyPr>
          <a:lstStyle/>
          <a:p>
            <a:r>
              <a:rPr lang="en-US" dirty="0"/>
              <a:t>The license key option is one where the customer has a certain period in which they can try out the app.</a:t>
            </a:r>
          </a:p>
          <a:p>
            <a:r>
              <a:rPr lang="en-US" dirty="0"/>
              <a:t>After that period, the app locks some, or all the features until the end user enters a license key.</a:t>
            </a:r>
          </a:p>
          <a:p>
            <a:r>
              <a:rPr lang="en-US" dirty="0"/>
              <a:t>This license key could be sold offline, which brings in a manual process to sell the key, and to process payments outside the system.</a:t>
            </a:r>
          </a:p>
          <a:p>
            <a:r>
              <a:rPr lang="en-US" dirty="0"/>
              <a:t>Because a license key is usually not used for subscription billing, this isn't likely to be a popular choice for AppSource apps.</a:t>
            </a:r>
          </a:p>
        </p:txBody>
      </p:sp>
      <p:pic>
        <p:nvPicPr>
          <p:cNvPr id="12" name="Picture Placeholder 11" descr="Three people having a discussion at a table">
            <a:extLst>
              <a:ext uri="{FF2B5EF4-FFF2-40B4-BE49-F238E27FC236}">
                <a16:creationId xmlns:a16="http://schemas.microsoft.com/office/drawing/2014/main" id="{8C4B5C6A-45B4-1976-622A-4CEB4E3211BC}"/>
              </a:ext>
            </a:extLst>
          </p:cNvPr>
          <p:cNvPicPr>
            <a:picLocks noGrp="1" noChangeAspect="1"/>
          </p:cNvPicPr>
          <p:nvPr>
            <p:ph type="pic" sz="quarter" idx="54"/>
          </p:nvPr>
        </p:nvPicPr>
        <p:blipFill rotWithShape="1">
          <a:blip r:embed="rId3">
            <a:extLst>
              <a:ext uri="{BEBA8EAE-BF5A-486C-A8C5-ECC9F3942E4B}">
                <a14:imgProps xmlns:a14="http://schemas.microsoft.com/office/drawing/2010/main">
                  <a14:imgLayer r:embed="rId4">
                    <a14:imgEffect>
                      <a14:colorTemperature colorTemp="7753"/>
                    </a14:imgEffect>
                    <a14:imgEffect>
                      <a14:saturation sat="133000"/>
                    </a14:imgEffect>
                    <a14:imgEffect>
                      <a14:brightnessContrast bright="4000" contrast="3000"/>
                    </a14:imgEffect>
                  </a14:imgLayer>
                </a14:imgProps>
              </a:ext>
            </a:extLst>
          </a:blip>
          <a:srcRect l="18665" r="18665"/>
          <a:stretch/>
        </p:blipFill>
        <p:spPr>
          <a:xfrm>
            <a:off x="5718468" y="0"/>
            <a:ext cx="6446999" cy="6858000"/>
          </a:xfrm>
        </p:spPr>
      </p:pic>
      <p:sp>
        <p:nvSpPr>
          <p:cNvPr id="9" name="Slide Number Placeholder 13">
            <a:extLst>
              <a:ext uri="{FF2B5EF4-FFF2-40B4-BE49-F238E27FC236}">
                <a16:creationId xmlns:a16="http://schemas.microsoft.com/office/drawing/2014/main" id="{D246665A-6901-3F62-340A-A95E775ACA48}"/>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4</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A26B3DA3-995E-263F-F271-D0DCB60A6118}"/>
              </a:ext>
            </a:extLst>
          </p:cNvPr>
          <p:cNvSpPr>
            <a:spLocks noGrp="1"/>
          </p:cNvSpPr>
          <p:nvPr>
            <p:ph type="sldNum" sz="quarter" idx="53"/>
          </p:nvPr>
        </p:nvSpPr>
        <p:spPr/>
        <p:txBody>
          <a:bodyPr/>
          <a:lstStyle/>
          <a:p>
            <a:fld id="{47FEACEE-25B4-4A2D-B147-27296E36371D}" type="slidenum">
              <a:rPr lang="en-US" altLang="zh-CN" noProof="0" smtClean="0"/>
              <a:pPr/>
              <a:t>4</a:t>
            </a:fld>
            <a:endParaRPr lang="en-US" altLang="zh-CN" noProof="0" dirty="0"/>
          </a:p>
        </p:txBody>
      </p:sp>
    </p:spTree>
    <p:extLst>
      <p:ext uri="{BB962C8B-B14F-4D97-AF65-F5344CB8AC3E}">
        <p14:creationId xmlns:p14="http://schemas.microsoft.com/office/powerpoint/2010/main" val="775548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49C5C-E61D-E136-8484-A970924842B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9F4C8D1-A242-83DE-2B90-BCBF68D1A237}"/>
              </a:ext>
            </a:extLst>
          </p:cNvPr>
          <p:cNvSpPr>
            <a:spLocks noGrp="1"/>
          </p:cNvSpPr>
          <p:nvPr>
            <p:ph type="title"/>
          </p:nvPr>
        </p:nvSpPr>
        <p:spPr>
          <a:xfrm>
            <a:off x="914400" y="731520"/>
            <a:ext cx="3931920" cy="2103120"/>
          </a:xfrm>
        </p:spPr>
        <p:txBody>
          <a:bodyPr anchor="b" anchorCtr="0"/>
          <a:lstStyle/>
          <a:p>
            <a:r>
              <a:rPr lang="en-US" dirty="0"/>
              <a:t>Registration Page</a:t>
            </a:r>
          </a:p>
        </p:txBody>
      </p:sp>
      <p:sp>
        <p:nvSpPr>
          <p:cNvPr id="20" name="Text Placeholder 19">
            <a:extLst>
              <a:ext uri="{FF2B5EF4-FFF2-40B4-BE49-F238E27FC236}">
                <a16:creationId xmlns:a16="http://schemas.microsoft.com/office/drawing/2014/main" id="{0025ECF6-349D-779F-0B24-37086B0BF8DE}"/>
              </a:ext>
            </a:extLst>
          </p:cNvPr>
          <p:cNvSpPr>
            <a:spLocks noGrp="1"/>
          </p:cNvSpPr>
          <p:nvPr>
            <p:ph idx="1"/>
          </p:nvPr>
        </p:nvSpPr>
        <p:spPr>
          <a:xfrm>
            <a:off x="914400" y="3108960"/>
            <a:ext cx="3931920" cy="2651760"/>
          </a:xfrm>
        </p:spPr>
        <p:txBody>
          <a:bodyPr>
            <a:normAutofit fontScale="70000" lnSpcReduction="20000"/>
          </a:bodyPr>
          <a:lstStyle/>
          <a:p>
            <a:r>
              <a:rPr lang="en-US" dirty="0"/>
              <a:t>If you choose to use the registration process, you'll need to provide for an integration between the app and a registration server.</a:t>
            </a:r>
          </a:p>
          <a:p>
            <a:r>
              <a:rPr lang="en-US" dirty="0"/>
              <a:t>This registration server keeps track of registrations and app usage, so it should have capabilities to check if the customer is authorized to use the app.</a:t>
            </a:r>
          </a:p>
          <a:p>
            <a:r>
              <a:rPr lang="en-US" dirty="0"/>
              <a:t>The registration page would also have capabilities to process payments.</a:t>
            </a:r>
          </a:p>
          <a:p>
            <a:r>
              <a:rPr lang="en-US" dirty="0"/>
              <a:t>In addition to including monetization into your app, you'll also need to provide the registration server in the form of a website, or some sort of web service.</a:t>
            </a:r>
          </a:p>
        </p:txBody>
      </p:sp>
      <p:pic>
        <p:nvPicPr>
          <p:cNvPr id="12" name="Picture Placeholder 11" descr="Three people having a discussion at a table">
            <a:extLst>
              <a:ext uri="{FF2B5EF4-FFF2-40B4-BE49-F238E27FC236}">
                <a16:creationId xmlns:a16="http://schemas.microsoft.com/office/drawing/2014/main" id="{A571C1CE-9AE8-F5CF-D20C-675BC550B46D}"/>
              </a:ext>
            </a:extLst>
          </p:cNvPr>
          <p:cNvPicPr>
            <a:picLocks noGrp="1" noChangeAspect="1"/>
          </p:cNvPicPr>
          <p:nvPr>
            <p:ph type="pic" sz="quarter" idx="54"/>
          </p:nvPr>
        </p:nvPicPr>
        <p:blipFill rotWithShape="1">
          <a:blip r:embed="rId3">
            <a:extLst>
              <a:ext uri="{BEBA8EAE-BF5A-486C-A8C5-ECC9F3942E4B}">
                <a14:imgProps xmlns:a14="http://schemas.microsoft.com/office/drawing/2010/main">
                  <a14:imgLayer r:embed="rId4">
                    <a14:imgEffect>
                      <a14:colorTemperature colorTemp="7753"/>
                    </a14:imgEffect>
                    <a14:imgEffect>
                      <a14:saturation sat="133000"/>
                    </a14:imgEffect>
                    <a14:imgEffect>
                      <a14:brightnessContrast bright="4000" contrast="3000"/>
                    </a14:imgEffect>
                  </a14:imgLayer>
                </a14:imgProps>
              </a:ext>
            </a:extLst>
          </a:blip>
          <a:srcRect l="18665" r="18665"/>
          <a:stretch/>
        </p:blipFill>
        <p:spPr>
          <a:xfrm>
            <a:off x="5745002" y="0"/>
            <a:ext cx="6446999" cy="6858000"/>
          </a:xfrm>
        </p:spPr>
      </p:pic>
      <p:sp>
        <p:nvSpPr>
          <p:cNvPr id="9" name="Slide Number Placeholder 13">
            <a:extLst>
              <a:ext uri="{FF2B5EF4-FFF2-40B4-BE49-F238E27FC236}">
                <a16:creationId xmlns:a16="http://schemas.microsoft.com/office/drawing/2014/main" id="{C65C1621-6035-C898-510A-70B6A62726C8}"/>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5</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541903DF-5D2A-4000-099C-56525E8C72D0}"/>
              </a:ext>
            </a:extLst>
          </p:cNvPr>
          <p:cNvSpPr>
            <a:spLocks noGrp="1"/>
          </p:cNvSpPr>
          <p:nvPr>
            <p:ph type="sldNum" sz="quarter" idx="53"/>
          </p:nvPr>
        </p:nvSpPr>
        <p:spPr/>
        <p:txBody>
          <a:bodyPr/>
          <a:lstStyle/>
          <a:p>
            <a:fld id="{47FEACEE-25B4-4A2D-B147-27296E36371D}" type="slidenum">
              <a:rPr lang="en-US" altLang="zh-CN" noProof="0" smtClean="0"/>
              <a:pPr/>
              <a:t>5</a:t>
            </a:fld>
            <a:endParaRPr lang="en-US" altLang="zh-CN" noProof="0" dirty="0"/>
          </a:p>
        </p:txBody>
      </p:sp>
    </p:spTree>
    <p:extLst>
      <p:ext uri="{BB962C8B-B14F-4D97-AF65-F5344CB8AC3E}">
        <p14:creationId xmlns:p14="http://schemas.microsoft.com/office/powerpoint/2010/main" val="27733302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BBB6E0-9B86-6F8A-3ED0-ED963A52BA7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78C59A3-34A5-0979-483F-6DB67BE7289D}"/>
              </a:ext>
            </a:extLst>
          </p:cNvPr>
          <p:cNvSpPr>
            <a:spLocks noGrp="1"/>
          </p:cNvSpPr>
          <p:nvPr>
            <p:ph type="title"/>
          </p:nvPr>
        </p:nvSpPr>
        <p:spPr>
          <a:xfrm>
            <a:off x="914400" y="731520"/>
            <a:ext cx="3931920" cy="2103120"/>
          </a:xfrm>
        </p:spPr>
        <p:txBody>
          <a:bodyPr anchor="b" anchorCtr="0"/>
          <a:lstStyle/>
          <a:p>
            <a:r>
              <a:rPr lang="en-US" dirty="0"/>
              <a:t>Integration with a Payment Provider</a:t>
            </a:r>
          </a:p>
        </p:txBody>
      </p:sp>
      <p:sp>
        <p:nvSpPr>
          <p:cNvPr id="20" name="Text Placeholder 19">
            <a:extLst>
              <a:ext uri="{FF2B5EF4-FFF2-40B4-BE49-F238E27FC236}">
                <a16:creationId xmlns:a16="http://schemas.microsoft.com/office/drawing/2014/main" id="{EE1673A8-A537-7EFA-BB01-53934DB74987}"/>
              </a:ext>
            </a:extLst>
          </p:cNvPr>
          <p:cNvSpPr>
            <a:spLocks noGrp="1"/>
          </p:cNvSpPr>
          <p:nvPr>
            <p:ph idx="1"/>
          </p:nvPr>
        </p:nvSpPr>
        <p:spPr>
          <a:xfrm>
            <a:off x="914400" y="3108960"/>
            <a:ext cx="3931920" cy="2651760"/>
          </a:xfrm>
        </p:spPr>
        <p:txBody>
          <a:bodyPr>
            <a:normAutofit/>
          </a:bodyPr>
          <a:lstStyle/>
          <a:p>
            <a:r>
              <a:rPr lang="en-US" dirty="0"/>
              <a:t>Integration with a payment provider is a variation of the registration server</a:t>
            </a:r>
          </a:p>
        </p:txBody>
      </p:sp>
      <p:pic>
        <p:nvPicPr>
          <p:cNvPr id="12" name="Picture Placeholder 11" descr="Three people having a discussion at a table">
            <a:extLst>
              <a:ext uri="{FF2B5EF4-FFF2-40B4-BE49-F238E27FC236}">
                <a16:creationId xmlns:a16="http://schemas.microsoft.com/office/drawing/2014/main" id="{3C77D550-D9EF-9B42-B396-E7495E96F1EA}"/>
              </a:ext>
            </a:extLst>
          </p:cNvPr>
          <p:cNvPicPr>
            <a:picLocks noGrp="1" noChangeAspect="1"/>
          </p:cNvPicPr>
          <p:nvPr>
            <p:ph type="pic" sz="quarter" idx="54"/>
          </p:nvPr>
        </p:nvPicPr>
        <p:blipFill rotWithShape="1">
          <a:blip r:embed="rId3">
            <a:extLst>
              <a:ext uri="{BEBA8EAE-BF5A-486C-A8C5-ECC9F3942E4B}">
                <a14:imgProps xmlns:a14="http://schemas.microsoft.com/office/drawing/2010/main">
                  <a14:imgLayer r:embed="rId4">
                    <a14:imgEffect>
                      <a14:colorTemperature colorTemp="7753"/>
                    </a14:imgEffect>
                    <a14:imgEffect>
                      <a14:saturation sat="133000"/>
                    </a14:imgEffect>
                    <a14:imgEffect>
                      <a14:brightnessContrast bright="4000" contrast="3000"/>
                    </a14:imgEffect>
                  </a14:imgLayer>
                </a14:imgProps>
              </a:ext>
            </a:extLst>
          </a:blip>
          <a:srcRect l="18665" r="18665"/>
          <a:stretch/>
        </p:blipFill>
        <p:spPr>
          <a:xfrm>
            <a:off x="5745002" y="0"/>
            <a:ext cx="6446999" cy="6858000"/>
          </a:xfrm>
        </p:spPr>
      </p:pic>
      <p:sp>
        <p:nvSpPr>
          <p:cNvPr id="9" name="Slide Number Placeholder 13">
            <a:extLst>
              <a:ext uri="{FF2B5EF4-FFF2-40B4-BE49-F238E27FC236}">
                <a16:creationId xmlns:a16="http://schemas.microsoft.com/office/drawing/2014/main" id="{85419E8B-B2D6-D57E-8BAD-794747688E79}"/>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6</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CEF56D64-356A-79E9-EB5F-1CDC27E8632F}"/>
              </a:ext>
            </a:extLst>
          </p:cNvPr>
          <p:cNvSpPr>
            <a:spLocks noGrp="1"/>
          </p:cNvSpPr>
          <p:nvPr>
            <p:ph type="sldNum" sz="quarter" idx="53"/>
          </p:nvPr>
        </p:nvSpPr>
        <p:spPr/>
        <p:txBody>
          <a:bodyPr/>
          <a:lstStyle/>
          <a:p>
            <a:fld id="{47FEACEE-25B4-4A2D-B147-27296E36371D}" type="slidenum">
              <a:rPr lang="en-US" altLang="zh-CN" noProof="0" smtClean="0"/>
              <a:pPr/>
              <a:t>6</a:t>
            </a:fld>
            <a:endParaRPr lang="en-US" altLang="zh-CN" noProof="0" dirty="0"/>
          </a:p>
        </p:txBody>
      </p:sp>
    </p:spTree>
    <p:extLst>
      <p:ext uri="{BB962C8B-B14F-4D97-AF65-F5344CB8AC3E}">
        <p14:creationId xmlns:p14="http://schemas.microsoft.com/office/powerpoint/2010/main" val="37663152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Title 59">
            <a:extLst>
              <a:ext uri="{FF2B5EF4-FFF2-40B4-BE49-F238E27FC236}">
                <a16:creationId xmlns:a16="http://schemas.microsoft.com/office/drawing/2014/main" id="{0031CE36-F77D-3964-C169-771DBA49D28A}"/>
              </a:ext>
            </a:extLst>
          </p:cNvPr>
          <p:cNvSpPr>
            <a:spLocks noGrp="1"/>
          </p:cNvSpPr>
          <p:nvPr>
            <p:ph type="title"/>
          </p:nvPr>
        </p:nvSpPr>
        <p:spPr>
          <a:xfrm>
            <a:off x="914400" y="1060704"/>
            <a:ext cx="7132320" cy="1773936"/>
          </a:xfrm>
        </p:spPr>
        <p:txBody>
          <a:bodyPr/>
          <a:lstStyle/>
          <a:p>
            <a:r>
              <a:rPr lang="en-US" dirty="0"/>
              <a:t>Integration with Payment provider</a:t>
            </a:r>
          </a:p>
        </p:txBody>
      </p:sp>
      <p:sp>
        <p:nvSpPr>
          <p:cNvPr id="43" name="Text Placeholder 42">
            <a:extLst>
              <a:ext uri="{FF2B5EF4-FFF2-40B4-BE49-F238E27FC236}">
                <a16:creationId xmlns:a16="http://schemas.microsoft.com/office/drawing/2014/main" id="{520E98B6-7B33-8FD4-A662-31DD4B85E22E}"/>
              </a:ext>
            </a:extLst>
          </p:cNvPr>
          <p:cNvSpPr>
            <a:spLocks noGrp="1"/>
          </p:cNvSpPr>
          <p:nvPr>
            <p:ph idx="1"/>
          </p:nvPr>
        </p:nvSpPr>
        <p:spPr>
          <a:xfrm>
            <a:off x="914399" y="3108959"/>
            <a:ext cx="7443020" cy="3242679"/>
          </a:xfrm>
        </p:spPr>
        <p:txBody>
          <a:bodyPr>
            <a:normAutofit fontScale="85000" lnSpcReduction="10000"/>
          </a:bodyPr>
          <a:lstStyle/>
          <a:p>
            <a:r>
              <a:rPr lang="en-US" dirty="0"/>
              <a:t>There are payment providers available in market that provide the ability to keep track of registrations and payments in exchange for a percentage of the registration charge.</a:t>
            </a:r>
          </a:p>
          <a:p>
            <a:r>
              <a:rPr lang="en-US" dirty="0"/>
              <a:t>The process for unlocking the app with a license key could work like this. The customer installs your app and gets a 30-day trial automatically.</a:t>
            </a:r>
          </a:p>
          <a:p>
            <a:r>
              <a:rPr lang="en-US" dirty="0"/>
              <a:t>After the 30 days, the app locks its features, and requires a license key to unlock those features.</a:t>
            </a:r>
          </a:p>
          <a:p>
            <a:r>
              <a:rPr lang="en-US" dirty="0"/>
              <a:t>The customer can then retrieve a license key by means of a manual and offline invoice process, or a self-hosted web site.</a:t>
            </a:r>
          </a:p>
          <a:p>
            <a:r>
              <a:rPr lang="en-US" dirty="0"/>
              <a:t>Because of the manual and online processing, this option would probably not work for high volume apps that are expected to be downloaded by many customers.</a:t>
            </a:r>
          </a:p>
          <a:p>
            <a:r>
              <a:rPr lang="en-US" dirty="0"/>
              <a:t>A registration page can be used to create your own registration and payment process.</a:t>
            </a:r>
          </a:p>
        </p:txBody>
      </p:sp>
      <p:sp>
        <p:nvSpPr>
          <p:cNvPr id="11" name="Slide Number Placeholder 13">
            <a:extLst>
              <a:ext uri="{FF2B5EF4-FFF2-40B4-BE49-F238E27FC236}">
                <a16:creationId xmlns:a16="http://schemas.microsoft.com/office/drawing/2014/main" id="{930FF33C-2E3C-37EC-75C2-1BE4513D9B62}"/>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7</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2222DE72-77CB-CB24-A4D1-2FAC47307AC9}"/>
              </a:ext>
            </a:extLst>
          </p:cNvPr>
          <p:cNvSpPr>
            <a:spLocks noGrp="1"/>
          </p:cNvSpPr>
          <p:nvPr>
            <p:ph type="sldNum" sz="quarter" idx="55"/>
          </p:nvPr>
        </p:nvSpPr>
        <p:spPr/>
        <p:txBody>
          <a:bodyPr/>
          <a:lstStyle/>
          <a:p>
            <a:fld id="{47FEACEE-25B4-4A2D-B147-27296E36371D}" type="slidenum">
              <a:rPr lang="en-US" altLang="zh-CN" noProof="0" smtClean="0"/>
              <a:pPr/>
              <a:t>7</a:t>
            </a:fld>
            <a:endParaRPr lang="en-US" altLang="zh-CN" noProof="0" dirty="0"/>
          </a:p>
        </p:txBody>
      </p:sp>
    </p:spTree>
    <p:extLst>
      <p:ext uri="{BB962C8B-B14F-4D97-AF65-F5344CB8AC3E}">
        <p14:creationId xmlns:p14="http://schemas.microsoft.com/office/powerpoint/2010/main" val="41821480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064BA4-9A30-8385-7F62-05EA236ED14F}"/>
            </a:ext>
          </a:extLst>
        </p:cNvPr>
        <p:cNvGrpSpPr/>
        <p:nvPr/>
      </p:nvGrpSpPr>
      <p:grpSpPr>
        <a:xfrm>
          <a:off x="0" y="0"/>
          <a:ext cx="0" cy="0"/>
          <a:chOff x="0" y="0"/>
          <a:chExt cx="0" cy="0"/>
        </a:xfrm>
      </p:grpSpPr>
      <p:sp>
        <p:nvSpPr>
          <p:cNvPr id="60" name="Title 59">
            <a:extLst>
              <a:ext uri="{FF2B5EF4-FFF2-40B4-BE49-F238E27FC236}">
                <a16:creationId xmlns:a16="http://schemas.microsoft.com/office/drawing/2014/main" id="{D29FCF9C-EBCC-280E-0F56-336B4C705BE6}"/>
              </a:ext>
            </a:extLst>
          </p:cNvPr>
          <p:cNvSpPr>
            <a:spLocks noGrp="1"/>
          </p:cNvSpPr>
          <p:nvPr>
            <p:ph type="title"/>
          </p:nvPr>
        </p:nvSpPr>
        <p:spPr>
          <a:xfrm>
            <a:off x="914400" y="1060704"/>
            <a:ext cx="7132320" cy="1773936"/>
          </a:xfrm>
        </p:spPr>
        <p:txBody>
          <a:bodyPr/>
          <a:lstStyle/>
          <a:p>
            <a:r>
              <a:rPr lang="en-US" dirty="0"/>
              <a:t>Integration with Payment provider</a:t>
            </a:r>
          </a:p>
        </p:txBody>
      </p:sp>
      <p:sp>
        <p:nvSpPr>
          <p:cNvPr id="44" name="Text Placeholder 43">
            <a:extLst>
              <a:ext uri="{FF2B5EF4-FFF2-40B4-BE49-F238E27FC236}">
                <a16:creationId xmlns:a16="http://schemas.microsoft.com/office/drawing/2014/main" id="{3B729A9E-4D82-A3F3-6C21-D371D4E75EC0}"/>
              </a:ext>
            </a:extLst>
          </p:cNvPr>
          <p:cNvSpPr>
            <a:spLocks noGrp="1"/>
          </p:cNvSpPr>
          <p:nvPr>
            <p:ph idx="56"/>
          </p:nvPr>
        </p:nvSpPr>
        <p:spPr>
          <a:xfrm>
            <a:off x="914400" y="3108960"/>
            <a:ext cx="7132320" cy="2651760"/>
          </a:xfrm>
        </p:spPr>
        <p:txBody>
          <a:bodyPr>
            <a:normAutofit fontScale="77500" lnSpcReduction="20000"/>
          </a:bodyPr>
          <a:lstStyle/>
          <a:p>
            <a:r>
              <a:rPr lang="en-US" dirty="0"/>
              <a:t>There are many scenarios possible, but they all involve an integration between the app and the registration server to check if the customer is entitled to use the application, plus some functionality in your app to lock features if that isn't the case.</a:t>
            </a:r>
          </a:p>
          <a:p>
            <a:r>
              <a:rPr lang="en-US" dirty="0"/>
              <a:t>This way of doing it yourself, requires investment in creating and hosting a web server that keeps track of registrations, payments, and usage.</a:t>
            </a:r>
          </a:p>
          <a:p>
            <a:r>
              <a:rPr lang="en-US" dirty="0"/>
              <a:t>Integration with the payment provider is a variant of the registration page, but the main difference is that you use a payment provider to keep track of registrations and payments.</a:t>
            </a:r>
          </a:p>
          <a:p>
            <a:r>
              <a:rPr lang="en-US" dirty="0"/>
              <a:t>You can focus on the product rather than having to think about technologies that are probably new to you.</a:t>
            </a:r>
          </a:p>
          <a:p>
            <a:r>
              <a:rPr lang="en-US" dirty="0"/>
              <a:t>A payment provider is a trusted third party, and they typically will be responsible for keeping customer records safe, including credit card data.</a:t>
            </a:r>
          </a:p>
        </p:txBody>
      </p:sp>
      <p:sp>
        <p:nvSpPr>
          <p:cNvPr id="11" name="Slide Number Placeholder 13">
            <a:extLst>
              <a:ext uri="{FF2B5EF4-FFF2-40B4-BE49-F238E27FC236}">
                <a16:creationId xmlns:a16="http://schemas.microsoft.com/office/drawing/2014/main" id="{BAD6B16F-F530-F7BB-DC66-9CC2A7305C1D}"/>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8</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CCBA1D97-665C-616F-B71E-1DA4C5A845FF}"/>
              </a:ext>
            </a:extLst>
          </p:cNvPr>
          <p:cNvSpPr>
            <a:spLocks noGrp="1"/>
          </p:cNvSpPr>
          <p:nvPr>
            <p:ph type="sldNum" sz="quarter" idx="55"/>
          </p:nvPr>
        </p:nvSpPr>
        <p:spPr/>
        <p:txBody>
          <a:bodyPr/>
          <a:lstStyle/>
          <a:p>
            <a:fld id="{47FEACEE-25B4-4A2D-B147-27296E36371D}" type="slidenum">
              <a:rPr lang="en-US" altLang="zh-CN" noProof="0" smtClean="0"/>
              <a:pPr/>
              <a:t>8</a:t>
            </a:fld>
            <a:endParaRPr lang="en-US" altLang="zh-CN" noProof="0" dirty="0"/>
          </a:p>
        </p:txBody>
      </p:sp>
    </p:spTree>
    <p:extLst>
      <p:ext uri="{BB962C8B-B14F-4D97-AF65-F5344CB8AC3E}">
        <p14:creationId xmlns:p14="http://schemas.microsoft.com/office/powerpoint/2010/main" val="23613954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B747D-51BC-7413-15B0-0900151DA6D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394B763-63F8-209A-7F8A-2518F5036579}"/>
              </a:ext>
            </a:extLst>
          </p:cNvPr>
          <p:cNvSpPr>
            <a:spLocks noGrp="1"/>
          </p:cNvSpPr>
          <p:nvPr>
            <p:ph type="title"/>
          </p:nvPr>
        </p:nvSpPr>
        <p:spPr>
          <a:xfrm>
            <a:off x="914399" y="731520"/>
            <a:ext cx="4365523" cy="2103120"/>
          </a:xfrm>
        </p:spPr>
        <p:txBody>
          <a:bodyPr anchor="b" anchorCtr="0"/>
          <a:lstStyle/>
          <a:p>
            <a:r>
              <a:rPr lang="en-US" altLang="zh-CN" dirty="0"/>
              <a:t>Calculation models</a:t>
            </a:r>
            <a:endParaRPr lang="en-US" dirty="0"/>
          </a:p>
        </p:txBody>
      </p:sp>
      <p:sp>
        <p:nvSpPr>
          <p:cNvPr id="20" name="Text Placeholder 19">
            <a:extLst>
              <a:ext uri="{FF2B5EF4-FFF2-40B4-BE49-F238E27FC236}">
                <a16:creationId xmlns:a16="http://schemas.microsoft.com/office/drawing/2014/main" id="{07B9BE77-D897-6280-F485-3F787D3BADF2}"/>
              </a:ext>
            </a:extLst>
          </p:cNvPr>
          <p:cNvSpPr>
            <a:spLocks noGrp="1"/>
          </p:cNvSpPr>
          <p:nvPr>
            <p:ph idx="1"/>
          </p:nvPr>
        </p:nvSpPr>
        <p:spPr>
          <a:xfrm>
            <a:off x="914400" y="3108960"/>
            <a:ext cx="3931920" cy="2651760"/>
          </a:xfrm>
        </p:spPr>
        <p:txBody>
          <a:bodyPr>
            <a:normAutofit/>
          </a:bodyPr>
          <a:lstStyle/>
          <a:p>
            <a:r>
              <a:rPr lang="en-US" b="1" dirty="0"/>
              <a:t>Freemium</a:t>
            </a:r>
          </a:p>
          <a:p>
            <a:r>
              <a:rPr lang="en-US" b="1" dirty="0"/>
              <a:t>Purchase</a:t>
            </a:r>
          </a:p>
          <a:p>
            <a:r>
              <a:rPr lang="en-US" b="1" dirty="0"/>
              <a:t>Subscription</a:t>
            </a:r>
          </a:p>
          <a:p>
            <a:r>
              <a:rPr lang="en-US" b="1" dirty="0"/>
              <a:t>Usage</a:t>
            </a:r>
          </a:p>
          <a:p>
            <a:r>
              <a:rPr lang="en-US" b="1" dirty="0"/>
              <a:t>Trial</a:t>
            </a:r>
            <a:endParaRPr lang="en-US" dirty="0"/>
          </a:p>
        </p:txBody>
      </p:sp>
      <p:pic>
        <p:nvPicPr>
          <p:cNvPr id="12" name="Picture Placeholder 11" descr="Three people having a discussion at a table">
            <a:extLst>
              <a:ext uri="{FF2B5EF4-FFF2-40B4-BE49-F238E27FC236}">
                <a16:creationId xmlns:a16="http://schemas.microsoft.com/office/drawing/2014/main" id="{B5C656D6-E1CD-5F63-B4DC-960C9AAED045}"/>
              </a:ext>
            </a:extLst>
          </p:cNvPr>
          <p:cNvPicPr>
            <a:picLocks noGrp="1" noChangeAspect="1"/>
          </p:cNvPicPr>
          <p:nvPr>
            <p:ph type="pic" sz="quarter" idx="54"/>
          </p:nvPr>
        </p:nvPicPr>
        <p:blipFill rotWithShape="1">
          <a:blip r:embed="rId3">
            <a:extLst>
              <a:ext uri="{BEBA8EAE-BF5A-486C-A8C5-ECC9F3942E4B}">
                <a14:imgProps xmlns:a14="http://schemas.microsoft.com/office/drawing/2010/main">
                  <a14:imgLayer r:embed="rId4">
                    <a14:imgEffect>
                      <a14:colorTemperature colorTemp="7753"/>
                    </a14:imgEffect>
                    <a14:imgEffect>
                      <a14:saturation sat="133000"/>
                    </a14:imgEffect>
                    <a14:imgEffect>
                      <a14:brightnessContrast bright="4000" contrast="3000"/>
                    </a14:imgEffect>
                  </a14:imgLayer>
                </a14:imgProps>
              </a:ext>
            </a:extLst>
          </a:blip>
          <a:srcRect l="18665" r="18665"/>
          <a:stretch/>
        </p:blipFill>
        <p:spPr>
          <a:xfrm>
            <a:off x="5745002" y="0"/>
            <a:ext cx="6446999" cy="6858000"/>
          </a:xfrm>
        </p:spPr>
      </p:pic>
      <p:sp>
        <p:nvSpPr>
          <p:cNvPr id="9" name="Slide Number Placeholder 13">
            <a:extLst>
              <a:ext uri="{FF2B5EF4-FFF2-40B4-BE49-F238E27FC236}">
                <a16:creationId xmlns:a16="http://schemas.microsoft.com/office/drawing/2014/main" id="{67C348FC-4BBE-0CA6-EA56-CB9E533CEA28}"/>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9</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495CD50C-2C18-64DD-65D9-198D3B9BD5C6}"/>
              </a:ext>
            </a:extLst>
          </p:cNvPr>
          <p:cNvSpPr>
            <a:spLocks noGrp="1"/>
          </p:cNvSpPr>
          <p:nvPr>
            <p:ph type="sldNum" sz="quarter" idx="53"/>
          </p:nvPr>
        </p:nvSpPr>
        <p:spPr/>
        <p:txBody>
          <a:bodyPr/>
          <a:lstStyle/>
          <a:p>
            <a:fld id="{47FEACEE-25B4-4A2D-B147-27296E36371D}" type="slidenum">
              <a:rPr lang="en-US" altLang="zh-CN" noProof="0" smtClean="0"/>
              <a:pPr/>
              <a:t>9</a:t>
            </a:fld>
            <a:endParaRPr lang="en-US" altLang="zh-CN" noProof="0" dirty="0"/>
          </a:p>
        </p:txBody>
      </p:sp>
    </p:spTree>
    <p:extLst>
      <p:ext uri="{BB962C8B-B14F-4D97-AF65-F5344CB8AC3E}">
        <p14:creationId xmlns:p14="http://schemas.microsoft.com/office/powerpoint/2010/main" val="5452907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AC0DC3-8459-41B3-7EBE-95145A431F0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EA0276E-19E7-AD0E-F024-FD666E4DFFA8}"/>
              </a:ext>
            </a:extLst>
          </p:cNvPr>
          <p:cNvSpPr>
            <a:spLocks noGrp="1"/>
          </p:cNvSpPr>
          <p:nvPr>
            <p:ph type="title"/>
          </p:nvPr>
        </p:nvSpPr>
        <p:spPr>
          <a:xfrm>
            <a:off x="914400" y="731520"/>
            <a:ext cx="3931920" cy="2103120"/>
          </a:xfrm>
        </p:spPr>
        <p:txBody>
          <a:bodyPr anchor="b" anchorCtr="0"/>
          <a:lstStyle/>
          <a:p>
            <a:r>
              <a:rPr lang="en-US" dirty="0"/>
              <a:t>Freemium</a:t>
            </a:r>
          </a:p>
        </p:txBody>
      </p:sp>
      <p:sp>
        <p:nvSpPr>
          <p:cNvPr id="20" name="Text Placeholder 19">
            <a:extLst>
              <a:ext uri="{FF2B5EF4-FFF2-40B4-BE49-F238E27FC236}">
                <a16:creationId xmlns:a16="http://schemas.microsoft.com/office/drawing/2014/main" id="{62A771F8-7129-ED6D-66CF-504206AD2B6B}"/>
              </a:ext>
            </a:extLst>
          </p:cNvPr>
          <p:cNvSpPr>
            <a:spLocks noGrp="1"/>
          </p:cNvSpPr>
          <p:nvPr>
            <p:ph idx="1"/>
          </p:nvPr>
        </p:nvSpPr>
        <p:spPr>
          <a:xfrm>
            <a:off x="914400" y="3108960"/>
            <a:ext cx="3931920" cy="2651760"/>
          </a:xfrm>
        </p:spPr>
        <p:txBody>
          <a:bodyPr>
            <a:normAutofit/>
          </a:bodyPr>
          <a:lstStyle/>
          <a:p>
            <a:r>
              <a:rPr lang="en-US" dirty="0"/>
              <a:t>Freemium means that the app offers limited features for free, and to get more enhanced features the customer needs to pay for it.</a:t>
            </a:r>
          </a:p>
        </p:txBody>
      </p:sp>
      <p:pic>
        <p:nvPicPr>
          <p:cNvPr id="12" name="Picture Placeholder 11" descr="Three people having a discussion at a table">
            <a:extLst>
              <a:ext uri="{FF2B5EF4-FFF2-40B4-BE49-F238E27FC236}">
                <a16:creationId xmlns:a16="http://schemas.microsoft.com/office/drawing/2014/main" id="{464A32E9-A826-4AF8-A350-5A25DB160C48}"/>
              </a:ext>
            </a:extLst>
          </p:cNvPr>
          <p:cNvPicPr>
            <a:picLocks noGrp="1" noChangeAspect="1"/>
          </p:cNvPicPr>
          <p:nvPr>
            <p:ph type="pic" sz="quarter" idx="54"/>
          </p:nvPr>
        </p:nvPicPr>
        <p:blipFill rotWithShape="1">
          <a:blip r:embed="rId3">
            <a:extLst>
              <a:ext uri="{BEBA8EAE-BF5A-486C-A8C5-ECC9F3942E4B}">
                <a14:imgProps xmlns:a14="http://schemas.microsoft.com/office/drawing/2010/main">
                  <a14:imgLayer r:embed="rId4">
                    <a14:imgEffect>
                      <a14:colorTemperature colorTemp="7753"/>
                    </a14:imgEffect>
                    <a14:imgEffect>
                      <a14:saturation sat="133000"/>
                    </a14:imgEffect>
                    <a14:imgEffect>
                      <a14:brightnessContrast bright="4000" contrast="3000"/>
                    </a14:imgEffect>
                  </a14:imgLayer>
                </a14:imgProps>
              </a:ext>
            </a:extLst>
          </a:blip>
          <a:srcRect l="18665" r="18665"/>
          <a:stretch/>
        </p:blipFill>
        <p:spPr>
          <a:xfrm>
            <a:off x="5745002" y="0"/>
            <a:ext cx="6446999" cy="6858000"/>
          </a:xfrm>
        </p:spPr>
      </p:pic>
      <p:sp>
        <p:nvSpPr>
          <p:cNvPr id="9" name="Slide Number Placeholder 13">
            <a:extLst>
              <a:ext uri="{FF2B5EF4-FFF2-40B4-BE49-F238E27FC236}">
                <a16:creationId xmlns:a16="http://schemas.microsoft.com/office/drawing/2014/main" id="{CB63917C-591C-C685-C9B9-EA9936667641}"/>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10</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4D066129-7D67-B51F-E0F2-64E8CE6406A7}"/>
              </a:ext>
            </a:extLst>
          </p:cNvPr>
          <p:cNvSpPr>
            <a:spLocks noGrp="1"/>
          </p:cNvSpPr>
          <p:nvPr>
            <p:ph type="sldNum" sz="quarter" idx="53"/>
          </p:nvPr>
        </p:nvSpPr>
        <p:spPr/>
        <p:txBody>
          <a:bodyPr/>
          <a:lstStyle/>
          <a:p>
            <a:fld id="{47FEACEE-25B4-4A2D-B147-27296E36371D}" type="slidenum">
              <a:rPr lang="en-US" altLang="zh-CN" noProof="0" smtClean="0"/>
              <a:pPr/>
              <a:t>10</a:t>
            </a:fld>
            <a:endParaRPr lang="en-US" altLang="zh-CN" noProof="0" dirty="0"/>
          </a:p>
        </p:txBody>
      </p:sp>
    </p:spTree>
    <p:extLst>
      <p:ext uri="{BB962C8B-B14F-4D97-AF65-F5344CB8AC3E}">
        <p14:creationId xmlns:p14="http://schemas.microsoft.com/office/powerpoint/2010/main" val="34246915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DBD368-F09D-C7BF-9105-1050B6549C7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62B15F8-4997-AD65-E442-BF34375F1D24}"/>
              </a:ext>
            </a:extLst>
          </p:cNvPr>
          <p:cNvSpPr>
            <a:spLocks noGrp="1"/>
          </p:cNvSpPr>
          <p:nvPr>
            <p:ph type="title"/>
          </p:nvPr>
        </p:nvSpPr>
        <p:spPr>
          <a:xfrm>
            <a:off x="914400" y="731520"/>
            <a:ext cx="3931920" cy="2103120"/>
          </a:xfrm>
        </p:spPr>
        <p:txBody>
          <a:bodyPr anchor="b" anchorCtr="0"/>
          <a:lstStyle/>
          <a:p>
            <a:r>
              <a:rPr lang="en-US" dirty="0"/>
              <a:t>Purchase</a:t>
            </a:r>
          </a:p>
        </p:txBody>
      </p:sp>
      <p:sp>
        <p:nvSpPr>
          <p:cNvPr id="20" name="Text Placeholder 19">
            <a:extLst>
              <a:ext uri="{FF2B5EF4-FFF2-40B4-BE49-F238E27FC236}">
                <a16:creationId xmlns:a16="http://schemas.microsoft.com/office/drawing/2014/main" id="{3F55B1B7-B97E-529C-71E3-43663390CA0C}"/>
              </a:ext>
            </a:extLst>
          </p:cNvPr>
          <p:cNvSpPr>
            <a:spLocks noGrp="1"/>
          </p:cNvSpPr>
          <p:nvPr>
            <p:ph idx="1"/>
          </p:nvPr>
        </p:nvSpPr>
        <p:spPr>
          <a:xfrm>
            <a:off x="914400" y="3108960"/>
            <a:ext cx="3931920" cy="2651760"/>
          </a:xfrm>
        </p:spPr>
        <p:txBody>
          <a:bodyPr>
            <a:normAutofit/>
          </a:bodyPr>
          <a:lstStyle/>
          <a:p>
            <a:r>
              <a:rPr lang="en-US" dirty="0"/>
              <a:t>Purchase means that the customer pays a onetime fee for the app, and then they can use it indefinitely.</a:t>
            </a:r>
          </a:p>
        </p:txBody>
      </p:sp>
      <p:pic>
        <p:nvPicPr>
          <p:cNvPr id="12" name="Picture Placeholder 11" descr="Three people having a discussion at a table">
            <a:extLst>
              <a:ext uri="{FF2B5EF4-FFF2-40B4-BE49-F238E27FC236}">
                <a16:creationId xmlns:a16="http://schemas.microsoft.com/office/drawing/2014/main" id="{5A391770-C5CB-D8C9-5860-71DC7B844144}"/>
              </a:ext>
            </a:extLst>
          </p:cNvPr>
          <p:cNvPicPr>
            <a:picLocks noGrp="1" noChangeAspect="1"/>
          </p:cNvPicPr>
          <p:nvPr>
            <p:ph type="pic" sz="quarter" idx="54"/>
          </p:nvPr>
        </p:nvPicPr>
        <p:blipFill rotWithShape="1">
          <a:blip r:embed="rId3">
            <a:extLst>
              <a:ext uri="{BEBA8EAE-BF5A-486C-A8C5-ECC9F3942E4B}">
                <a14:imgProps xmlns:a14="http://schemas.microsoft.com/office/drawing/2010/main">
                  <a14:imgLayer r:embed="rId4">
                    <a14:imgEffect>
                      <a14:colorTemperature colorTemp="7753"/>
                    </a14:imgEffect>
                    <a14:imgEffect>
                      <a14:saturation sat="133000"/>
                    </a14:imgEffect>
                    <a14:imgEffect>
                      <a14:brightnessContrast bright="4000" contrast="3000"/>
                    </a14:imgEffect>
                  </a14:imgLayer>
                </a14:imgProps>
              </a:ext>
            </a:extLst>
          </a:blip>
          <a:srcRect l="18665" r="18665"/>
          <a:stretch/>
        </p:blipFill>
        <p:spPr>
          <a:xfrm>
            <a:off x="5745002" y="0"/>
            <a:ext cx="6446999" cy="6858000"/>
          </a:xfrm>
        </p:spPr>
      </p:pic>
      <p:sp>
        <p:nvSpPr>
          <p:cNvPr id="9" name="Slide Number Placeholder 13">
            <a:extLst>
              <a:ext uri="{FF2B5EF4-FFF2-40B4-BE49-F238E27FC236}">
                <a16:creationId xmlns:a16="http://schemas.microsoft.com/office/drawing/2014/main" id="{60FF262E-64B1-1FBF-DDDD-21DE540454F3}"/>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11</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4D35F2DD-F464-BDE0-B8B6-0BE81209FC9E}"/>
              </a:ext>
            </a:extLst>
          </p:cNvPr>
          <p:cNvSpPr>
            <a:spLocks noGrp="1"/>
          </p:cNvSpPr>
          <p:nvPr>
            <p:ph type="sldNum" sz="quarter" idx="53"/>
          </p:nvPr>
        </p:nvSpPr>
        <p:spPr/>
        <p:txBody>
          <a:bodyPr/>
          <a:lstStyle/>
          <a:p>
            <a:fld id="{47FEACEE-25B4-4A2D-B147-27296E36371D}" type="slidenum">
              <a:rPr lang="en-US" altLang="zh-CN" noProof="0" smtClean="0"/>
              <a:pPr/>
              <a:t>11</a:t>
            </a:fld>
            <a:endParaRPr lang="en-US" altLang="zh-CN" noProof="0" dirty="0"/>
          </a:p>
        </p:txBody>
      </p:sp>
    </p:spTree>
    <p:extLst>
      <p:ext uri="{BB962C8B-B14F-4D97-AF65-F5344CB8AC3E}">
        <p14:creationId xmlns:p14="http://schemas.microsoft.com/office/powerpoint/2010/main" val="2578570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BFFC0F-9C7F-0800-47C5-0D40CEB55BC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A499AC2-3D02-6A4D-9C8D-355EA22CAB84}"/>
              </a:ext>
            </a:extLst>
          </p:cNvPr>
          <p:cNvSpPr>
            <a:spLocks noGrp="1"/>
          </p:cNvSpPr>
          <p:nvPr>
            <p:ph type="title"/>
          </p:nvPr>
        </p:nvSpPr>
        <p:spPr>
          <a:xfrm>
            <a:off x="914400" y="731520"/>
            <a:ext cx="3931920" cy="2103120"/>
          </a:xfrm>
        </p:spPr>
        <p:txBody>
          <a:bodyPr anchor="b" anchorCtr="0"/>
          <a:lstStyle/>
          <a:p>
            <a:r>
              <a:rPr lang="en-US" dirty="0"/>
              <a:t>Subscription</a:t>
            </a:r>
          </a:p>
        </p:txBody>
      </p:sp>
      <p:sp>
        <p:nvSpPr>
          <p:cNvPr id="20" name="Text Placeholder 19">
            <a:extLst>
              <a:ext uri="{FF2B5EF4-FFF2-40B4-BE49-F238E27FC236}">
                <a16:creationId xmlns:a16="http://schemas.microsoft.com/office/drawing/2014/main" id="{2BFA86AB-AE82-9281-E7AA-EB8521FDD00C}"/>
              </a:ext>
            </a:extLst>
          </p:cNvPr>
          <p:cNvSpPr>
            <a:spLocks noGrp="1"/>
          </p:cNvSpPr>
          <p:nvPr>
            <p:ph idx="1"/>
          </p:nvPr>
        </p:nvSpPr>
        <p:spPr>
          <a:xfrm>
            <a:off x="914400" y="3108960"/>
            <a:ext cx="3931920" cy="2651760"/>
          </a:xfrm>
        </p:spPr>
        <p:txBody>
          <a:bodyPr>
            <a:normAutofit/>
          </a:bodyPr>
          <a:lstStyle/>
          <a:p>
            <a:r>
              <a:rPr lang="en-US" dirty="0"/>
              <a:t>A subscription is a price per a certain period, for instance a month or a year.</a:t>
            </a:r>
          </a:p>
          <a:p>
            <a:r>
              <a:rPr lang="en-US" dirty="0"/>
              <a:t>The price could be per tenant, per company, or per user.</a:t>
            </a:r>
          </a:p>
        </p:txBody>
      </p:sp>
      <p:pic>
        <p:nvPicPr>
          <p:cNvPr id="12" name="Picture Placeholder 11" descr="Three people having a discussion at a table">
            <a:extLst>
              <a:ext uri="{FF2B5EF4-FFF2-40B4-BE49-F238E27FC236}">
                <a16:creationId xmlns:a16="http://schemas.microsoft.com/office/drawing/2014/main" id="{C4AB8466-E524-6E47-0658-F5388CE74197}"/>
              </a:ext>
            </a:extLst>
          </p:cNvPr>
          <p:cNvPicPr>
            <a:picLocks noGrp="1" noChangeAspect="1"/>
          </p:cNvPicPr>
          <p:nvPr>
            <p:ph type="pic" sz="quarter" idx="54"/>
          </p:nvPr>
        </p:nvPicPr>
        <p:blipFill rotWithShape="1">
          <a:blip r:embed="rId3">
            <a:extLst>
              <a:ext uri="{BEBA8EAE-BF5A-486C-A8C5-ECC9F3942E4B}">
                <a14:imgProps xmlns:a14="http://schemas.microsoft.com/office/drawing/2010/main">
                  <a14:imgLayer r:embed="rId4">
                    <a14:imgEffect>
                      <a14:colorTemperature colorTemp="7753"/>
                    </a14:imgEffect>
                    <a14:imgEffect>
                      <a14:saturation sat="133000"/>
                    </a14:imgEffect>
                    <a14:imgEffect>
                      <a14:brightnessContrast bright="4000" contrast="3000"/>
                    </a14:imgEffect>
                  </a14:imgLayer>
                </a14:imgProps>
              </a:ext>
            </a:extLst>
          </a:blip>
          <a:srcRect l="18665" r="18665"/>
          <a:stretch/>
        </p:blipFill>
        <p:spPr>
          <a:xfrm>
            <a:off x="5745002" y="0"/>
            <a:ext cx="6446999" cy="6858000"/>
          </a:xfrm>
        </p:spPr>
      </p:pic>
      <p:sp>
        <p:nvSpPr>
          <p:cNvPr id="9" name="Slide Number Placeholder 13">
            <a:extLst>
              <a:ext uri="{FF2B5EF4-FFF2-40B4-BE49-F238E27FC236}">
                <a16:creationId xmlns:a16="http://schemas.microsoft.com/office/drawing/2014/main" id="{AA26BDBC-0BC0-89FC-5541-2A75953AE9D8}"/>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12</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544AAD15-ED71-958F-086D-C6D039055662}"/>
              </a:ext>
            </a:extLst>
          </p:cNvPr>
          <p:cNvSpPr>
            <a:spLocks noGrp="1"/>
          </p:cNvSpPr>
          <p:nvPr>
            <p:ph type="sldNum" sz="quarter" idx="53"/>
          </p:nvPr>
        </p:nvSpPr>
        <p:spPr/>
        <p:txBody>
          <a:bodyPr/>
          <a:lstStyle/>
          <a:p>
            <a:fld id="{47FEACEE-25B4-4A2D-B147-27296E36371D}" type="slidenum">
              <a:rPr lang="en-US" altLang="zh-CN" noProof="0" smtClean="0"/>
              <a:pPr/>
              <a:t>12</a:t>
            </a:fld>
            <a:endParaRPr lang="en-US" altLang="zh-CN" noProof="0" dirty="0"/>
          </a:p>
        </p:txBody>
      </p:sp>
    </p:spTree>
    <p:extLst>
      <p:ext uri="{BB962C8B-B14F-4D97-AF65-F5344CB8AC3E}">
        <p14:creationId xmlns:p14="http://schemas.microsoft.com/office/powerpoint/2010/main" val="5195072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981EAE-FC17-E44B-4635-2C32FEEBAAB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8AF552A-FB4F-235A-6B90-C842717CFFBE}"/>
              </a:ext>
            </a:extLst>
          </p:cNvPr>
          <p:cNvSpPr>
            <a:spLocks noGrp="1"/>
          </p:cNvSpPr>
          <p:nvPr>
            <p:ph type="title"/>
          </p:nvPr>
        </p:nvSpPr>
        <p:spPr>
          <a:xfrm>
            <a:off x="914400" y="731520"/>
            <a:ext cx="3931920" cy="2103120"/>
          </a:xfrm>
        </p:spPr>
        <p:txBody>
          <a:bodyPr anchor="b" anchorCtr="0"/>
          <a:lstStyle/>
          <a:p>
            <a:r>
              <a:rPr lang="en-US" dirty="0"/>
              <a:t>Usage</a:t>
            </a:r>
          </a:p>
        </p:txBody>
      </p:sp>
      <p:sp>
        <p:nvSpPr>
          <p:cNvPr id="20" name="Text Placeholder 19">
            <a:extLst>
              <a:ext uri="{FF2B5EF4-FFF2-40B4-BE49-F238E27FC236}">
                <a16:creationId xmlns:a16="http://schemas.microsoft.com/office/drawing/2014/main" id="{275BD038-AF06-8DF2-1E9F-9F2F88AE3AD5}"/>
              </a:ext>
            </a:extLst>
          </p:cNvPr>
          <p:cNvSpPr>
            <a:spLocks noGrp="1"/>
          </p:cNvSpPr>
          <p:nvPr>
            <p:ph idx="1"/>
          </p:nvPr>
        </p:nvSpPr>
        <p:spPr>
          <a:xfrm>
            <a:off x="914400" y="3108960"/>
            <a:ext cx="3931920" cy="2651760"/>
          </a:xfrm>
        </p:spPr>
        <p:txBody>
          <a:bodyPr>
            <a:normAutofit/>
          </a:bodyPr>
          <a:lstStyle/>
          <a:p>
            <a:r>
              <a:rPr lang="en-US" dirty="0"/>
              <a:t>Usage means that the price is calculated based on the usage of the app. For example, the number of inserted entries or calls to a back-end service.</a:t>
            </a:r>
          </a:p>
        </p:txBody>
      </p:sp>
      <p:pic>
        <p:nvPicPr>
          <p:cNvPr id="12" name="Picture Placeholder 11" descr="Three people having a discussion at a table">
            <a:extLst>
              <a:ext uri="{FF2B5EF4-FFF2-40B4-BE49-F238E27FC236}">
                <a16:creationId xmlns:a16="http://schemas.microsoft.com/office/drawing/2014/main" id="{A5C1A445-9316-0FA0-F253-61EC80AEC7C3}"/>
              </a:ext>
            </a:extLst>
          </p:cNvPr>
          <p:cNvPicPr>
            <a:picLocks noGrp="1" noChangeAspect="1"/>
          </p:cNvPicPr>
          <p:nvPr>
            <p:ph type="pic" sz="quarter" idx="54"/>
          </p:nvPr>
        </p:nvPicPr>
        <p:blipFill rotWithShape="1">
          <a:blip r:embed="rId3">
            <a:extLst>
              <a:ext uri="{BEBA8EAE-BF5A-486C-A8C5-ECC9F3942E4B}">
                <a14:imgProps xmlns:a14="http://schemas.microsoft.com/office/drawing/2010/main">
                  <a14:imgLayer r:embed="rId4">
                    <a14:imgEffect>
                      <a14:colorTemperature colorTemp="7753"/>
                    </a14:imgEffect>
                    <a14:imgEffect>
                      <a14:saturation sat="133000"/>
                    </a14:imgEffect>
                    <a14:imgEffect>
                      <a14:brightnessContrast bright="4000" contrast="3000"/>
                    </a14:imgEffect>
                  </a14:imgLayer>
                </a14:imgProps>
              </a:ext>
            </a:extLst>
          </a:blip>
          <a:srcRect l="18665" r="18665"/>
          <a:stretch/>
        </p:blipFill>
        <p:spPr>
          <a:xfrm>
            <a:off x="5745002" y="0"/>
            <a:ext cx="6446999" cy="6858000"/>
          </a:xfrm>
        </p:spPr>
      </p:pic>
      <p:sp>
        <p:nvSpPr>
          <p:cNvPr id="9" name="Slide Number Placeholder 13">
            <a:extLst>
              <a:ext uri="{FF2B5EF4-FFF2-40B4-BE49-F238E27FC236}">
                <a16:creationId xmlns:a16="http://schemas.microsoft.com/office/drawing/2014/main" id="{1641B9D2-6519-0E9B-D7F9-40752A989DFE}"/>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13</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09FC8D9B-4411-AB33-0176-9257502B5B90}"/>
              </a:ext>
            </a:extLst>
          </p:cNvPr>
          <p:cNvSpPr>
            <a:spLocks noGrp="1"/>
          </p:cNvSpPr>
          <p:nvPr>
            <p:ph type="sldNum" sz="quarter" idx="53"/>
          </p:nvPr>
        </p:nvSpPr>
        <p:spPr/>
        <p:txBody>
          <a:bodyPr/>
          <a:lstStyle/>
          <a:p>
            <a:fld id="{47FEACEE-25B4-4A2D-B147-27296E36371D}" type="slidenum">
              <a:rPr lang="en-US" altLang="zh-CN" noProof="0" smtClean="0"/>
              <a:pPr/>
              <a:t>13</a:t>
            </a:fld>
            <a:endParaRPr lang="en-US" altLang="zh-CN" noProof="0" dirty="0"/>
          </a:p>
        </p:txBody>
      </p:sp>
    </p:spTree>
    <p:extLst>
      <p:ext uri="{BB962C8B-B14F-4D97-AF65-F5344CB8AC3E}">
        <p14:creationId xmlns:p14="http://schemas.microsoft.com/office/powerpoint/2010/main" val="42231880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2E01E0-57EE-133C-B034-4E80267F513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CEBCA60-BB58-99A0-F0FB-06753F592EE1}"/>
              </a:ext>
            </a:extLst>
          </p:cNvPr>
          <p:cNvSpPr>
            <a:spLocks noGrp="1"/>
          </p:cNvSpPr>
          <p:nvPr>
            <p:ph type="title"/>
          </p:nvPr>
        </p:nvSpPr>
        <p:spPr>
          <a:xfrm>
            <a:off x="914400" y="731520"/>
            <a:ext cx="3931920" cy="2103120"/>
          </a:xfrm>
        </p:spPr>
        <p:txBody>
          <a:bodyPr anchor="b" anchorCtr="0"/>
          <a:lstStyle/>
          <a:p>
            <a:r>
              <a:rPr lang="en-US" dirty="0"/>
              <a:t>Trial</a:t>
            </a:r>
          </a:p>
        </p:txBody>
      </p:sp>
      <p:sp>
        <p:nvSpPr>
          <p:cNvPr id="20" name="Text Placeholder 19">
            <a:extLst>
              <a:ext uri="{FF2B5EF4-FFF2-40B4-BE49-F238E27FC236}">
                <a16:creationId xmlns:a16="http://schemas.microsoft.com/office/drawing/2014/main" id="{97A30801-13A7-4209-2349-8DC5A4255A2D}"/>
              </a:ext>
            </a:extLst>
          </p:cNvPr>
          <p:cNvSpPr>
            <a:spLocks noGrp="1"/>
          </p:cNvSpPr>
          <p:nvPr>
            <p:ph idx="1"/>
          </p:nvPr>
        </p:nvSpPr>
        <p:spPr>
          <a:xfrm>
            <a:off x="914400" y="3108960"/>
            <a:ext cx="3931920" cy="2651760"/>
          </a:xfrm>
        </p:spPr>
        <p:txBody>
          <a:bodyPr>
            <a:normAutofit lnSpcReduction="10000"/>
          </a:bodyPr>
          <a:lstStyle/>
          <a:p>
            <a:r>
              <a:rPr lang="en-US" dirty="0"/>
              <a:t>A trial is all the above calculation models that can be combined with a trial period, in which the customer can try out the app, without paying for it.</a:t>
            </a:r>
          </a:p>
          <a:p>
            <a:r>
              <a:rPr lang="en-US" dirty="0"/>
              <a:t>Ideally, during this trial period, all features of the app are available, and after a trial period has expired, the customer needs to start paying for the app.</a:t>
            </a:r>
          </a:p>
        </p:txBody>
      </p:sp>
      <p:pic>
        <p:nvPicPr>
          <p:cNvPr id="12" name="Picture Placeholder 11" descr="Three people having a discussion at a table">
            <a:extLst>
              <a:ext uri="{FF2B5EF4-FFF2-40B4-BE49-F238E27FC236}">
                <a16:creationId xmlns:a16="http://schemas.microsoft.com/office/drawing/2014/main" id="{F07CEDDC-70DE-A8E4-C2E6-72ABF7D83C8B}"/>
              </a:ext>
            </a:extLst>
          </p:cNvPr>
          <p:cNvPicPr>
            <a:picLocks noGrp="1" noChangeAspect="1"/>
          </p:cNvPicPr>
          <p:nvPr>
            <p:ph type="pic" sz="quarter" idx="54"/>
          </p:nvPr>
        </p:nvPicPr>
        <p:blipFill rotWithShape="1">
          <a:blip r:embed="rId3">
            <a:extLst>
              <a:ext uri="{BEBA8EAE-BF5A-486C-A8C5-ECC9F3942E4B}">
                <a14:imgProps xmlns:a14="http://schemas.microsoft.com/office/drawing/2010/main">
                  <a14:imgLayer r:embed="rId4">
                    <a14:imgEffect>
                      <a14:colorTemperature colorTemp="7753"/>
                    </a14:imgEffect>
                    <a14:imgEffect>
                      <a14:saturation sat="133000"/>
                    </a14:imgEffect>
                    <a14:imgEffect>
                      <a14:brightnessContrast bright="4000" contrast="3000"/>
                    </a14:imgEffect>
                  </a14:imgLayer>
                </a14:imgProps>
              </a:ext>
            </a:extLst>
          </a:blip>
          <a:srcRect l="18665" r="18665"/>
          <a:stretch/>
        </p:blipFill>
        <p:spPr>
          <a:xfrm>
            <a:off x="5745002" y="0"/>
            <a:ext cx="6446999" cy="6858000"/>
          </a:xfrm>
        </p:spPr>
      </p:pic>
      <p:sp>
        <p:nvSpPr>
          <p:cNvPr id="9" name="Slide Number Placeholder 13">
            <a:extLst>
              <a:ext uri="{FF2B5EF4-FFF2-40B4-BE49-F238E27FC236}">
                <a16:creationId xmlns:a16="http://schemas.microsoft.com/office/drawing/2014/main" id="{8F69E892-EB96-D576-070F-824AE49A56D6}"/>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14</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2A06A442-771D-CDE8-6B49-F482D1C8096F}"/>
              </a:ext>
            </a:extLst>
          </p:cNvPr>
          <p:cNvSpPr>
            <a:spLocks noGrp="1"/>
          </p:cNvSpPr>
          <p:nvPr>
            <p:ph type="sldNum" sz="quarter" idx="53"/>
          </p:nvPr>
        </p:nvSpPr>
        <p:spPr/>
        <p:txBody>
          <a:bodyPr/>
          <a:lstStyle/>
          <a:p>
            <a:fld id="{47FEACEE-25B4-4A2D-B147-27296E36371D}" type="slidenum">
              <a:rPr lang="en-US" altLang="zh-CN" noProof="0" smtClean="0"/>
              <a:pPr/>
              <a:t>14</a:t>
            </a:fld>
            <a:endParaRPr lang="en-US" altLang="zh-CN" noProof="0" dirty="0"/>
          </a:p>
        </p:txBody>
      </p:sp>
    </p:spTree>
    <p:extLst>
      <p:ext uri="{BB962C8B-B14F-4D97-AF65-F5344CB8AC3E}">
        <p14:creationId xmlns:p14="http://schemas.microsoft.com/office/powerpoint/2010/main" val="31024550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23">
            <a:extLst>
              <a:ext uri="{FF2B5EF4-FFF2-40B4-BE49-F238E27FC236}">
                <a16:creationId xmlns:a16="http://schemas.microsoft.com/office/drawing/2014/main" id="{AD2C8D04-263D-9589-1CFF-A5968D7C33D7}"/>
              </a:ext>
            </a:extLst>
          </p:cNvPr>
          <p:cNvSpPr>
            <a:spLocks noGrp="1"/>
          </p:cNvSpPr>
          <p:nvPr>
            <p:ph type="title"/>
          </p:nvPr>
        </p:nvSpPr>
        <p:spPr>
          <a:xfrm>
            <a:off x="6035040" y="731520"/>
            <a:ext cx="5394960" cy="2103120"/>
          </a:xfrm>
        </p:spPr>
        <p:txBody>
          <a:bodyPr/>
          <a:lstStyle/>
          <a:p>
            <a:r>
              <a:rPr lang="en-US" dirty="0"/>
              <a:t>Useful links:</a:t>
            </a:r>
          </a:p>
        </p:txBody>
      </p:sp>
      <p:sp>
        <p:nvSpPr>
          <p:cNvPr id="25" name="Text Placeholder 24">
            <a:extLst>
              <a:ext uri="{FF2B5EF4-FFF2-40B4-BE49-F238E27FC236}">
                <a16:creationId xmlns:a16="http://schemas.microsoft.com/office/drawing/2014/main" id="{B993E4D5-4AD0-4740-096D-6822944C8FF6}"/>
              </a:ext>
            </a:extLst>
          </p:cNvPr>
          <p:cNvSpPr>
            <a:spLocks noGrp="1"/>
          </p:cNvSpPr>
          <p:nvPr>
            <p:ph type="body" sz="quarter" idx="27"/>
          </p:nvPr>
        </p:nvSpPr>
        <p:spPr>
          <a:xfrm>
            <a:off x="6035040" y="3108960"/>
            <a:ext cx="5394960" cy="1879791"/>
          </a:xfrm>
        </p:spPr>
        <p:txBody>
          <a:bodyPr>
            <a:normAutofit fontScale="92500"/>
          </a:bodyPr>
          <a:lstStyle/>
          <a:p>
            <a:r>
              <a:rPr lang="en-US" u="sng" dirty="0">
                <a:hlinkClick r:id="rId3"/>
              </a:rPr>
              <a:t>The SMB Opportunity for App Publishers</a:t>
            </a:r>
            <a:endParaRPr lang="en-US" u="sng" dirty="0"/>
          </a:p>
          <a:p>
            <a:r>
              <a:rPr lang="en-US" dirty="0">
                <a:hlinkClick r:id="rId4"/>
              </a:rPr>
              <a:t>Self-Monetization Dynamics 365 Business Central Apps</a:t>
            </a:r>
            <a:endParaRPr lang="en-US" dirty="0"/>
          </a:p>
          <a:p>
            <a:r>
              <a:rPr lang="en-US" u="sng" dirty="0">
                <a:hlinkClick r:id="rId5"/>
              </a:rPr>
              <a:t>Create a Dynamics 365 for Business Central offer</a:t>
            </a:r>
            <a:endParaRPr lang="en-US" dirty="0"/>
          </a:p>
          <a:p>
            <a:r>
              <a:rPr lang="en-US" dirty="0">
                <a:hlinkClick r:id="rId6"/>
              </a:rPr>
              <a:t>Microsoft Partner Center</a:t>
            </a:r>
            <a:endParaRPr lang="en-US" dirty="0"/>
          </a:p>
          <a:p>
            <a:endParaRPr lang="en-US" dirty="0"/>
          </a:p>
        </p:txBody>
      </p:sp>
    </p:spTree>
    <p:extLst>
      <p:ext uri="{BB962C8B-B14F-4D97-AF65-F5344CB8AC3E}">
        <p14:creationId xmlns:p14="http://schemas.microsoft.com/office/powerpoint/2010/main" val="529279411"/>
      </p:ext>
    </p:extLst>
  </p:cSld>
  <p:clrMapOvr>
    <a:masterClrMapping/>
  </p:clrMapOvr>
</p:sld>
</file>

<file path=ppt/theme/theme1.xml><?xml version="1.0" encoding="utf-8"?>
<a:theme xmlns:a="http://schemas.openxmlformats.org/drawingml/2006/main" name="Custom">
  <a:themeElements>
    <a:clrScheme name="Custom 7">
      <a:dk1>
        <a:srgbClr val="000000"/>
      </a:dk1>
      <a:lt1>
        <a:srgbClr val="FFFFFF"/>
      </a:lt1>
      <a:dk2>
        <a:srgbClr val="0F253E"/>
      </a:dk2>
      <a:lt2>
        <a:srgbClr val="E7E6E6"/>
      </a:lt2>
      <a:accent1>
        <a:srgbClr val="4472C4"/>
      </a:accent1>
      <a:accent2>
        <a:srgbClr val="B83903"/>
      </a:accent2>
      <a:accent3>
        <a:srgbClr val="75262A"/>
      </a:accent3>
      <a:accent4>
        <a:srgbClr val="F79320"/>
      </a:accent4>
      <a:accent5>
        <a:srgbClr val="44668D"/>
      </a:accent5>
      <a:accent6>
        <a:srgbClr val="0F253E"/>
      </a:accent6>
      <a:hlink>
        <a:srgbClr val="AEC0D9"/>
      </a:hlink>
      <a:folHlink>
        <a:srgbClr val="B83903"/>
      </a:folHlink>
    </a:clrScheme>
    <a:fontScheme name="Custom 16">
      <a:majorFont>
        <a:latin typeface="Posterama"/>
        <a:ea typeface=""/>
        <a:cs typeface=""/>
      </a:majorFont>
      <a:minorFont>
        <a:latin typeface="Abad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lstStyle>
        <a:defPPr marL="0" indent="0" algn="ctr">
          <a:lnSpc>
            <a:spcPct val="100000"/>
          </a:lnSpc>
          <a:spcBef>
            <a:spcPts val="0"/>
          </a:spcBef>
          <a:buFontTx/>
          <a:buNone/>
          <a:defRPr sz="1800" smtClean="0">
            <a:solidFill>
              <a:prstClr val="white"/>
            </a:solidFill>
            <a:latin typeface="Posterama" panose="020B0504020200020000" pitchFamily="34" charset="0"/>
            <a:ea typeface="微软雅黑"/>
            <a:cs typeface="Posterama" panose="020B0504020200020000" pitchFamily="34" charset="0"/>
          </a:defRPr>
        </a:defPPr>
      </a:lstStyle>
    </a:txDef>
  </a:objectDefaults>
  <a:extraClrSchemeLst/>
  <a:extLst>
    <a:ext uri="{05A4C25C-085E-4340-85A3-A5531E510DB2}">
      <thm15:themeFamily xmlns:thm15="http://schemas.microsoft.com/office/thememl/2012/main" name="TM9027928_win32_EF_v4" id="{FA821E7E-D625-4DCD-A30E-3216B54C8383}" vid="{DE28BE6C-8054-44B2-A92D-A1CAFC256BDB}"/>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9897CAE-455D-42C9-A951-0C21BC12254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8DB3C62-858A-4A01-AFEF-21E0BB8CE26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B0009351-EDD4-484E-ACD6-D50CCB137637}">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{BE99236D-1AF8-4D1D-A489-9A37D2A989FD}TF63aebcec-8e39-4664-940a-dd6c2f00c54d020a9832_win32-3cdd3ee32610</Template>
  <TotalTime>76</TotalTime>
  <Words>803</Words>
  <Application>Microsoft Office PowerPoint</Application>
  <PresentationFormat>Widescreen</PresentationFormat>
  <Paragraphs>93</Paragraphs>
  <Slides>15</Slides>
  <Notes>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等线</vt:lpstr>
      <vt:lpstr>Abadi</vt:lpstr>
      <vt:lpstr>Arial</vt:lpstr>
      <vt:lpstr>Calibri</vt:lpstr>
      <vt:lpstr>Posterama</vt:lpstr>
      <vt:lpstr>Posterama Text SemiBold</vt:lpstr>
      <vt:lpstr>Custom</vt:lpstr>
      <vt:lpstr>Monetizing your app for Microsoft Dynamics 365 Business Central</vt:lpstr>
      <vt:lpstr>Agenda </vt:lpstr>
      <vt:lpstr>Basic information</vt:lpstr>
      <vt:lpstr>License Key</vt:lpstr>
      <vt:lpstr>Registration Page</vt:lpstr>
      <vt:lpstr>Integration with a Payment Provider</vt:lpstr>
      <vt:lpstr>Integration with Payment provider</vt:lpstr>
      <vt:lpstr>Integration with Payment provider</vt:lpstr>
      <vt:lpstr>Calculation models</vt:lpstr>
      <vt:lpstr>Freemium</vt:lpstr>
      <vt:lpstr>Purchase</vt:lpstr>
      <vt:lpstr>Subscription</vt:lpstr>
      <vt:lpstr>Usage</vt:lpstr>
      <vt:lpstr>Trial</vt:lpstr>
      <vt:lpstr>Useful links: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Oleksandr Fishchuk</dc:creator>
  <cp:lastModifiedBy>Oleksandr Fishchuk</cp:lastModifiedBy>
  <cp:revision>5</cp:revision>
  <dcterms:created xsi:type="dcterms:W3CDTF">2026-05-18T13:07:38Z</dcterms:created>
  <dcterms:modified xsi:type="dcterms:W3CDTF">2026-07-01T12:18:35Z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